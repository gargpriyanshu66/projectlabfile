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Canva Sans" panose="020B0604020202020204" charset="0"/>
      <p:regular r:id="rId17"/>
    </p:embeddedFont>
    <p:embeddedFont>
      <p:font typeface="Canva Sans Bold" panose="020B0604020202020204" charset="0"/>
      <p:regular r:id="rId18"/>
    </p:embeddedFont>
    <p:embeddedFont>
      <p:font typeface="Poppins" panose="00000500000000000000" pitchFamily="2" charset="0"/>
      <p:regular r:id="rId19"/>
    </p:embeddedFont>
    <p:embeddedFont>
      <p:font typeface="Poppins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3" d="100"/>
          <a:sy n="33" d="100"/>
        </p:scale>
        <p:origin x="1954" y="6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hyperlink" Target="https://trackplace.preview.emergentagent.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https://trackplace.preview.emergentagent.com" TargetMode="External"/><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2.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hyperlink" Target="https://trackplace.preview.emergentagent.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hyperlink" Target="https://trackplace.preview.emergentagent.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hyperlink" Target="https://trackplace.preview.emergentagent.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hyperlink" Target="https://trackplace.preview.emergentagent.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hyperlink" Target="https://trackplace.preview.emergentagent.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3.jpe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hyperlink" Target="https://trackplace.preview.emergentagent.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hyperlink" Target="https://trackplace.preview.emergentagent.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hyperlink" Target="https://trackplace.preview.emergentagent.com" TargetMode="Externa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hyperlink" Target="https://trackplace.preview.emergentagent.com" TargetMode="Externa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hyperlink" Target="https://trackplace.preview.emergentagent.com" TargetMode="Externa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hyperlink" Target="https://trackplace.preview.emergentagent.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hyperlink" Target="https://trackplace.preview.emergentagent.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2" name="Freeform 2"/>
          <p:cNvSpPr/>
          <p:nvPr/>
        </p:nvSpPr>
        <p:spPr>
          <a:xfrm>
            <a:off x="13497684" y="5496684"/>
            <a:ext cx="4983320" cy="4983320"/>
          </a:xfrm>
          <a:custGeom>
            <a:avLst/>
            <a:gdLst/>
            <a:ahLst/>
            <a:cxnLst/>
            <a:rect l="l" t="t" r="r" b="b"/>
            <a:pathLst>
              <a:path w="4983320" h="4983320">
                <a:moveTo>
                  <a:pt x="0" y="0"/>
                </a:moveTo>
                <a:lnTo>
                  <a:pt x="4983321" y="0"/>
                </a:lnTo>
                <a:lnTo>
                  <a:pt x="4983321" y="4983321"/>
                </a:lnTo>
                <a:lnTo>
                  <a:pt x="0" y="49833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212305" y="-193005"/>
            <a:ext cx="4983320" cy="4983320"/>
          </a:xfrm>
          <a:custGeom>
            <a:avLst/>
            <a:gdLst/>
            <a:ahLst/>
            <a:cxnLst/>
            <a:rect l="l" t="t" r="r" b="b"/>
            <a:pathLst>
              <a:path w="4983320" h="4983320">
                <a:moveTo>
                  <a:pt x="0" y="0"/>
                </a:moveTo>
                <a:lnTo>
                  <a:pt x="4983320" y="0"/>
                </a:lnTo>
                <a:lnTo>
                  <a:pt x="4983320" y="4983321"/>
                </a:lnTo>
                <a:lnTo>
                  <a:pt x="0" y="49833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317953" y="6316953"/>
            <a:ext cx="3970047" cy="3970047"/>
          </a:xfrm>
          <a:custGeom>
            <a:avLst/>
            <a:gdLst/>
            <a:ahLst/>
            <a:cxnLst/>
            <a:rect l="l" t="t" r="r" b="b"/>
            <a:pathLst>
              <a:path w="3970047" h="3970047">
                <a:moveTo>
                  <a:pt x="0" y="0"/>
                </a:moveTo>
                <a:lnTo>
                  <a:pt x="3970047" y="0"/>
                </a:lnTo>
                <a:lnTo>
                  <a:pt x="3970047" y="3970047"/>
                </a:lnTo>
                <a:lnTo>
                  <a:pt x="0" y="39700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2700000">
            <a:off x="15796340" y="2286577"/>
            <a:ext cx="4983320" cy="4983320"/>
          </a:xfrm>
          <a:custGeom>
            <a:avLst/>
            <a:gdLst/>
            <a:ahLst/>
            <a:cxnLst/>
            <a:rect l="l" t="t" r="r" b="b"/>
            <a:pathLst>
              <a:path w="4983320" h="4983320">
                <a:moveTo>
                  <a:pt x="0" y="0"/>
                </a:moveTo>
                <a:lnTo>
                  <a:pt x="4983320" y="0"/>
                </a:lnTo>
                <a:lnTo>
                  <a:pt x="4983320" y="4983320"/>
                </a:lnTo>
                <a:lnTo>
                  <a:pt x="0" y="4983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0" y="0"/>
            <a:ext cx="3970047" cy="3970047"/>
          </a:xfrm>
          <a:custGeom>
            <a:avLst/>
            <a:gdLst/>
            <a:ahLst/>
            <a:cxnLst/>
            <a:rect l="l" t="t" r="r" b="b"/>
            <a:pathLst>
              <a:path w="3970047" h="3970047">
                <a:moveTo>
                  <a:pt x="0" y="0"/>
                </a:moveTo>
                <a:lnTo>
                  <a:pt x="3970047" y="0"/>
                </a:lnTo>
                <a:lnTo>
                  <a:pt x="3970047" y="3970047"/>
                </a:lnTo>
                <a:lnTo>
                  <a:pt x="0" y="39700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2700000" flipH="1" flipV="1">
            <a:off x="-2491660" y="2930197"/>
            <a:ext cx="4983320" cy="4983320"/>
          </a:xfrm>
          <a:custGeom>
            <a:avLst/>
            <a:gdLst/>
            <a:ahLst/>
            <a:cxnLst/>
            <a:rect l="l" t="t" r="r" b="b"/>
            <a:pathLst>
              <a:path w="4983320" h="4983320">
                <a:moveTo>
                  <a:pt x="4983320" y="4983320"/>
                </a:moveTo>
                <a:lnTo>
                  <a:pt x="0" y="4983320"/>
                </a:lnTo>
                <a:lnTo>
                  <a:pt x="0" y="0"/>
                </a:lnTo>
                <a:lnTo>
                  <a:pt x="4983320" y="0"/>
                </a:lnTo>
                <a:lnTo>
                  <a:pt x="4983320" y="498332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343100" y="-1328448"/>
            <a:ext cx="2686201" cy="2656897"/>
          </a:xfrm>
          <a:custGeom>
            <a:avLst/>
            <a:gdLst/>
            <a:ahLst/>
            <a:cxnLst/>
            <a:rect l="l" t="t" r="r" b="b"/>
            <a:pathLst>
              <a:path w="2686201" h="2656897">
                <a:moveTo>
                  <a:pt x="0" y="0"/>
                </a:moveTo>
                <a:lnTo>
                  <a:pt x="2686200" y="0"/>
                </a:lnTo>
                <a:lnTo>
                  <a:pt x="2686200" y="2656896"/>
                </a:lnTo>
                <a:lnTo>
                  <a:pt x="0" y="26568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16944900" y="8958552"/>
            <a:ext cx="2686201" cy="2656897"/>
          </a:xfrm>
          <a:custGeom>
            <a:avLst/>
            <a:gdLst/>
            <a:ahLst/>
            <a:cxnLst/>
            <a:rect l="l" t="t" r="r" b="b"/>
            <a:pathLst>
              <a:path w="2686201" h="2656897">
                <a:moveTo>
                  <a:pt x="0" y="0"/>
                </a:moveTo>
                <a:lnTo>
                  <a:pt x="2686200" y="0"/>
                </a:lnTo>
                <a:lnTo>
                  <a:pt x="2686200" y="2656896"/>
                </a:lnTo>
                <a:lnTo>
                  <a:pt x="0" y="26568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834599" y="1985023"/>
            <a:ext cx="1911810" cy="232893"/>
          </a:xfrm>
          <a:custGeom>
            <a:avLst/>
            <a:gdLst/>
            <a:ahLst/>
            <a:cxnLst/>
            <a:rect l="l" t="t" r="r" b="b"/>
            <a:pathLst>
              <a:path w="1911810" h="232893">
                <a:moveTo>
                  <a:pt x="0" y="0"/>
                </a:moveTo>
                <a:lnTo>
                  <a:pt x="1911811" y="0"/>
                </a:lnTo>
                <a:lnTo>
                  <a:pt x="1911811" y="232894"/>
                </a:lnTo>
                <a:lnTo>
                  <a:pt x="0" y="232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a:off x="15676646" y="8069083"/>
            <a:ext cx="1911810" cy="232893"/>
          </a:xfrm>
          <a:custGeom>
            <a:avLst/>
            <a:gdLst/>
            <a:ahLst/>
            <a:cxnLst/>
            <a:rect l="l" t="t" r="r" b="b"/>
            <a:pathLst>
              <a:path w="1911810" h="232893">
                <a:moveTo>
                  <a:pt x="0" y="0"/>
                </a:moveTo>
                <a:lnTo>
                  <a:pt x="1911811" y="0"/>
                </a:lnTo>
                <a:lnTo>
                  <a:pt x="1911811" y="232894"/>
                </a:lnTo>
                <a:lnTo>
                  <a:pt x="0" y="232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1028700" y="8792994"/>
            <a:ext cx="3010803" cy="930612"/>
          </a:xfrm>
          <a:custGeom>
            <a:avLst/>
            <a:gdLst/>
            <a:ahLst/>
            <a:cxnLst/>
            <a:rect l="l" t="t" r="r" b="b"/>
            <a:pathLst>
              <a:path w="3010803" h="930612">
                <a:moveTo>
                  <a:pt x="0" y="0"/>
                </a:moveTo>
                <a:lnTo>
                  <a:pt x="3010803" y="0"/>
                </a:lnTo>
                <a:lnTo>
                  <a:pt x="3010803" y="930612"/>
                </a:lnTo>
                <a:lnTo>
                  <a:pt x="0" y="93061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flipH="1">
            <a:off x="14248497" y="563394"/>
            <a:ext cx="3010803" cy="930612"/>
          </a:xfrm>
          <a:custGeom>
            <a:avLst/>
            <a:gdLst/>
            <a:ahLst/>
            <a:cxnLst/>
            <a:rect l="l" t="t" r="r" b="b"/>
            <a:pathLst>
              <a:path w="3010803" h="930612">
                <a:moveTo>
                  <a:pt x="3010803" y="0"/>
                </a:moveTo>
                <a:lnTo>
                  <a:pt x="0" y="0"/>
                </a:lnTo>
                <a:lnTo>
                  <a:pt x="0" y="930612"/>
                </a:lnTo>
                <a:lnTo>
                  <a:pt x="3010803" y="930612"/>
                </a:lnTo>
                <a:lnTo>
                  <a:pt x="3010803"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TextBox 14"/>
          <p:cNvSpPr txBox="1"/>
          <p:nvPr/>
        </p:nvSpPr>
        <p:spPr>
          <a:xfrm>
            <a:off x="4039503" y="1052223"/>
            <a:ext cx="10944556" cy="1728095"/>
          </a:xfrm>
          <a:prstGeom prst="rect">
            <a:avLst/>
          </a:prstGeom>
        </p:spPr>
        <p:txBody>
          <a:bodyPr lIns="0" tIns="0" rIns="0" bIns="0" rtlCol="0" anchor="t">
            <a:spAutoFit/>
          </a:bodyPr>
          <a:lstStyle/>
          <a:p>
            <a:pPr algn="ctr">
              <a:lnSpc>
                <a:spcPts val="13427"/>
              </a:lnSpc>
              <a:spcBef>
                <a:spcPct val="0"/>
              </a:spcBef>
            </a:pPr>
            <a:r>
              <a:rPr lang="en-US" sz="9591" b="1">
                <a:solidFill>
                  <a:srgbClr val="000000"/>
                </a:solidFill>
                <a:latin typeface="Poppins Bold"/>
                <a:ea typeface="Poppins Bold"/>
                <a:cs typeface="Poppins Bold"/>
                <a:sym typeface="Poppins Bold"/>
              </a:rPr>
              <a:t>PLACE-O-TRACK</a:t>
            </a:r>
          </a:p>
        </p:txBody>
      </p:sp>
      <p:sp>
        <p:nvSpPr>
          <p:cNvPr id="15" name="Freeform 15"/>
          <p:cNvSpPr/>
          <p:nvPr/>
        </p:nvSpPr>
        <p:spPr>
          <a:xfrm>
            <a:off x="8310289" y="3158789"/>
            <a:ext cx="1764386" cy="2470140"/>
          </a:xfrm>
          <a:custGeom>
            <a:avLst/>
            <a:gdLst/>
            <a:ahLst/>
            <a:cxnLst/>
            <a:rect l="l" t="t" r="r" b="b"/>
            <a:pathLst>
              <a:path w="1764386" h="2470140">
                <a:moveTo>
                  <a:pt x="0" y="0"/>
                </a:moveTo>
                <a:lnTo>
                  <a:pt x="1764386" y="0"/>
                </a:lnTo>
                <a:lnTo>
                  <a:pt x="1764386" y="2470140"/>
                </a:lnTo>
                <a:lnTo>
                  <a:pt x="0" y="2470140"/>
                </a:lnTo>
                <a:lnTo>
                  <a:pt x="0" y="0"/>
                </a:lnTo>
                <a:close/>
              </a:path>
            </a:pathLst>
          </a:custGeom>
          <a:blipFill>
            <a:blip r:embed="rId12"/>
            <a:stretch>
              <a:fillRect l="-123" r="-123"/>
            </a:stretch>
          </a:blipFill>
        </p:spPr>
      </p:sp>
      <p:sp>
        <p:nvSpPr>
          <p:cNvPr id="16" name="TextBox 16"/>
          <p:cNvSpPr txBox="1"/>
          <p:nvPr/>
        </p:nvSpPr>
        <p:spPr>
          <a:xfrm>
            <a:off x="12111432" y="5362229"/>
            <a:ext cx="4560332" cy="887095"/>
          </a:xfrm>
          <a:prstGeom prst="rect">
            <a:avLst/>
          </a:prstGeom>
        </p:spPr>
        <p:txBody>
          <a:bodyPr lIns="0" tIns="0" rIns="0" bIns="0" rtlCol="0" anchor="t">
            <a:spAutoFit/>
          </a:bodyPr>
          <a:lstStyle/>
          <a:p>
            <a:pPr algn="ctr">
              <a:lnSpc>
                <a:spcPts val="7279"/>
              </a:lnSpc>
            </a:pPr>
            <a:r>
              <a:rPr lang="en-US" sz="5199" b="1" u="sng">
                <a:solidFill>
                  <a:srgbClr val="000000"/>
                </a:solidFill>
                <a:latin typeface="Canva Sans Bold"/>
                <a:ea typeface="Canva Sans Bold"/>
                <a:cs typeface="Canva Sans Bold"/>
                <a:sym typeface="Canva Sans Bold"/>
              </a:rPr>
              <a:t>Submitted by:</a:t>
            </a:r>
          </a:p>
        </p:txBody>
      </p:sp>
      <p:sp>
        <p:nvSpPr>
          <p:cNvPr id="17" name="TextBox 17"/>
          <p:cNvSpPr txBox="1"/>
          <p:nvPr/>
        </p:nvSpPr>
        <p:spPr>
          <a:xfrm>
            <a:off x="1604588" y="5362229"/>
            <a:ext cx="4442222" cy="887095"/>
          </a:xfrm>
          <a:prstGeom prst="rect">
            <a:avLst/>
          </a:prstGeom>
        </p:spPr>
        <p:txBody>
          <a:bodyPr lIns="0" tIns="0" rIns="0" bIns="0" rtlCol="0" anchor="t">
            <a:spAutoFit/>
          </a:bodyPr>
          <a:lstStyle/>
          <a:p>
            <a:pPr algn="ctr">
              <a:lnSpc>
                <a:spcPts val="7279"/>
              </a:lnSpc>
            </a:pPr>
            <a:r>
              <a:rPr lang="en-US" sz="5199" b="1" u="sng">
                <a:solidFill>
                  <a:srgbClr val="000000"/>
                </a:solidFill>
                <a:latin typeface="Canva Sans Bold"/>
                <a:ea typeface="Canva Sans Bold"/>
                <a:cs typeface="Canva Sans Bold"/>
                <a:sym typeface="Canva Sans Bold"/>
              </a:rPr>
              <a:t>Submitted to:</a:t>
            </a:r>
          </a:p>
        </p:txBody>
      </p:sp>
      <p:sp>
        <p:nvSpPr>
          <p:cNvPr id="18" name="TextBox 18"/>
          <p:cNvSpPr txBox="1"/>
          <p:nvPr/>
        </p:nvSpPr>
        <p:spPr>
          <a:xfrm>
            <a:off x="12111432" y="6277899"/>
            <a:ext cx="3393758" cy="1251585"/>
          </a:xfrm>
          <a:prstGeom prst="rect">
            <a:avLst/>
          </a:prstGeom>
        </p:spPr>
        <p:txBody>
          <a:bodyPr lIns="0" tIns="0" rIns="0" bIns="0" rtlCol="0" anchor="t">
            <a:spAutoFit/>
          </a:bodyPr>
          <a:lstStyle/>
          <a:p>
            <a:pPr algn="ctr">
              <a:lnSpc>
                <a:spcPts val="5040"/>
              </a:lnSpc>
            </a:pPr>
            <a:r>
              <a:rPr lang="en-US" sz="3600" b="1">
                <a:solidFill>
                  <a:srgbClr val="000000"/>
                </a:solidFill>
                <a:latin typeface="Canva Sans Bold"/>
                <a:ea typeface="Canva Sans Bold"/>
                <a:cs typeface="Canva Sans Bold"/>
                <a:sym typeface="Canva Sans Bold"/>
              </a:rPr>
              <a:t>Priyanshu Garg</a:t>
            </a:r>
          </a:p>
          <a:p>
            <a:pPr algn="l">
              <a:lnSpc>
                <a:spcPts val="5040"/>
              </a:lnSpc>
            </a:pPr>
            <a:r>
              <a:rPr lang="en-US" sz="3600" b="1">
                <a:solidFill>
                  <a:srgbClr val="000000"/>
                </a:solidFill>
                <a:latin typeface="Canva Sans Bold"/>
                <a:ea typeface="Canva Sans Bold"/>
                <a:cs typeface="Canva Sans Bold"/>
                <a:sym typeface="Canva Sans Bold"/>
              </a:rPr>
              <a:t>12200768</a:t>
            </a:r>
          </a:p>
        </p:txBody>
      </p:sp>
      <p:sp>
        <p:nvSpPr>
          <p:cNvPr id="19" name="TextBox 19"/>
          <p:cNvSpPr txBox="1"/>
          <p:nvPr/>
        </p:nvSpPr>
        <p:spPr>
          <a:xfrm>
            <a:off x="1574167" y="6277899"/>
            <a:ext cx="4565333" cy="1889760"/>
          </a:xfrm>
          <a:prstGeom prst="rect">
            <a:avLst/>
          </a:prstGeom>
        </p:spPr>
        <p:txBody>
          <a:bodyPr lIns="0" tIns="0" rIns="0" bIns="0" rtlCol="0" anchor="t">
            <a:spAutoFit/>
          </a:bodyPr>
          <a:lstStyle/>
          <a:p>
            <a:pPr algn="l">
              <a:lnSpc>
                <a:spcPts val="5040"/>
              </a:lnSpc>
            </a:pPr>
            <a:r>
              <a:rPr lang="en-US" sz="3600" b="1">
                <a:solidFill>
                  <a:srgbClr val="000000"/>
                </a:solidFill>
                <a:latin typeface="Canva Sans Bold"/>
                <a:ea typeface="Canva Sans Bold"/>
                <a:cs typeface="Canva Sans Bold"/>
                <a:sym typeface="Canva Sans Bold"/>
              </a:rPr>
              <a:t>Er. Bindu Bansal</a:t>
            </a:r>
          </a:p>
          <a:p>
            <a:pPr algn="l">
              <a:lnSpc>
                <a:spcPts val="5040"/>
              </a:lnSpc>
            </a:pPr>
            <a:r>
              <a:rPr lang="en-US" sz="3600" b="1">
                <a:solidFill>
                  <a:srgbClr val="000000"/>
                </a:solidFill>
                <a:latin typeface="Canva Sans Bold"/>
                <a:ea typeface="Canva Sans Bold"/>
                <a:cs typeface="Canva Sans Bold"/>
                <a:sym typeface="Canva Sans Bold"/>
              </a:rPr>
              <a:t>(Assistant Prof. CSE)</a:t>
            </a:r>
          </a:p>
          <a:p>
            <a:pPr algn="l">
              <a:lnSpc>
                <a:spcPts val="5040"/>
              </a:lnSpc>
            </a:pPr>
            <a:endParaRPr lang="en-US" sz="3600" b="1">
              <a:solidFill>
                <a:srgbClr val="000000"/>
              </a:solidFill>
              <a:latin typeface="Canva Sans Bold"/>
              <a:ea typeface="Canva Sans Bold"/>
              <a:cs typeface="Canva Sans Bold"/>
              <a:sym typeface="Canva Sans Bold"/>
            </a:endParaRPr>
          </a:p>
        </p:txBody>
      </p:sp>
      <p:sp>
        <p:nvSpPr>
          <p:cNvPr id="20" name="TextBox 20"/>
          <p:cNvSpPr txBox="1"/>
          <p:nvPr/>
        </p:nvSpPr>
        <p:spPr>
          <a:xfrm>
            <a:off x="3509831" y="8100984"/>
            <a:ext cx="10609898" cy="1180465"/>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Department of Computer Science and Engineering</a:t>
            </a:r>
          </a:p>
          <a:p>
            <a:pPr algn="ctr">
              <a:lnSpc>
                <a:spcPts val="4759"/>
              </a:lnSpc>
            </a:pPr>
            <a:r>
              <a:rPr lang="en-US" sz="3399" b="1">
                <a:solidFill>
                  <a:srgbClr val="000000"/>
                </a:solidFill>
                <a:latin typeface="Canva Sans Bold"/>
                <a:ea typeface="Canva Sans Bold"/>
                <a:cs typeface="Canva Sans Bold"/>
                <a:sym typeface="Canva Sans Bold"/>
              </a:rPr>
              <a:t>DAV University, Jalandhar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2" name="Freeform 2"/>
          <p:cNvSpPr/>
          <p:nvPr/>
        </p:nvSpPr>
        <p:spPr>
          <a:xfrm>
            <a:off x="15412587" y="7414263"/>
            <a:ext cx="3075969" cy="3075969"/>
          </a:xfrm>
          <a:custGeom>
            <a:avLst/>
            <a:gdLst/>
            <a:ahLst/>
            <a:cxnLst/>
            <a:rect l="l" t="t" r="r" b="b"/>
            <a:pathLst>
              <a:path w="3075969" h="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198113" y="-375135"/>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918901" y="7920577"/>
            <a:ext cx="2450523" cy="2450523"/>
          </a:xfrm>
          <a:custGeom>
            <a:avLst/>
            <a:gdLst/>
            <a:ahLst/>
            <a:cxnLst/>
            <a:rect l="l" t="t" r="r" b="b"/>
            <a:pathLst>
              <a:path w="2450523" h="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a:off x="-69201" y="-246222"/>
            <a:ext cx="2651689" cy="2651689"/>
          </a:xfrm>
          <a:custGeom>
            <a:avLst/>
            <a:gdLst/>
            <a:ahLst/>
            <a:cxnLst/>
            <a:rect l="l" t="t" r="r" b="b"/>
            <a:pathLst>
              <a:path w="2651689" h="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2700000">
            <a:off x="16750015" y="5360938"/>
            <a:ext cx="3075969" cy="3075969"/>
          </a:xfrm>
          <a:custGeom>
            <a:avLst/>
            <a:gdLst/>
            <a:ahLst/>
            <a:cxnLst/>
            <a:rect l="l" t="t" r="r" b="b"/>
            <a:pathLst>
              <a:path w="3075969" h="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8100000">
            <a:off x="-1664239" y="1924527"/>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7440198" y="9460152"/>
            <a:ext cx="1658065" cy="1639977"/>
          </a:xfrm>
          <a:custGeom>
            <a:avLst/>
            <a:gdLst/>
            <a:ahLst/>
            <a:cxnLst/>
            <a:rect l="l" t="t" r="r" b="b"/>
            <a:pathLst>
              <a:path w="1658065" h="1639977">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10800000">
            <a:off x="-857871" y="-1035099"/>
            <a:ext cx="1794177" cy="1774605"/>
          </a:xfrm>
          <a:custGeom>
            <a:avLst/>
            <a:gdLst/>
            <a:ahLst/>
            <a:cxnLst/>
            <a:rect l="l" t="t" r="r" b="b"/>
            <a:pathLst>
              <a:path w="1794177" h="1774605">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16757558" y="9002084"/>
            <a:ext cx="1180071" cy="143754"/>
          </a:xfrm>
          <a:custGeom>
            <a:avLst/>
            <a:gdLst/>
            <a:ahLst/>
            <a:cxnLst/>
            <a:rect l="l" t="t" r="r" b="b"/>
            <a:pathLst>
              <a:path w="1180071" h="143754">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rot="-10800000">
            <a:off x="398041" y="1079622"/>
            <a:ext cx="1276944" cy="155555"/>
          </a:xfrm>
          <a:custGeom>
            <a:avLst/>
            <a:gdLst/>
            <a:ahLst/>
            <a:cxnLst/>
            <a:rect l="l" t="t" r="r" b="b"/>
            <a:pathLst>
              <a:path w="1276944" h="155555">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638447" y="9343447"/>
            <a:ext cx="1432702" cy="442835"/>
          </a:xfrm>
          <a:custGeom>
            <a:avLst/>
            <a:gdLst/>
            <a:ahLst/>
            <a:cxnLst/>
            <a:rect l="l" t="t" r="r" b="b"/>
            <a:pathLst>
              <a:path w="1432702" h="442835">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flipH="1">
            <a:off x="16216852" y="500718"/>
            <a:ext cx="1432702" cy="442835"/>
          </a:xfrm>
          <a:custGeom>
            <a:avLst/>
            <a:gdLst/>
            <a:ahLst/>
            <a:cxnLst/>
            <a:rect l="l" t="t" r="r" b="b"/>
            <a:pathLst>
              <a:path w="1432702" h="442835">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TextBox 14"/>
          <p:cNvSpPr txBox="1"/>
          <p:nvPr/>
        </p:nvSpPr>
        <p:spPr>
          <a:xfrm>
            <a:off x="4146238" y="3766911"/>
            <a:ext cx="10258926" cy="2799080"/>
          </a:xfrm>
          <a:prstGeom prst="rect">
            <a:avLst/>
          </a:prstGeom>
        </p:spPr>
        <p:txBody>
          <a:bodyPr lIns="0" tIns="0" rIns="0" bIns="0" rtlCol="0" anchor="t">
            <a:spAutoFit/>
          </a:bodyPr>
          <a:lstStyle/>
          <a:p>
            <a:pPr marL="496571" lvl="1" indent="-248285" algn="just">
              <a:lnSpc>
                <a:spcPts val="3220"/>
              </a:lnSpc>
              <a:buFont typeface="Arial"/>
              <a:buChar char="•"/>
            </a:pPr>
            <a:r>
              <a:rPr lang="en-US" sz="2300">
                <a:solidFill>
                  <a:srgbClr val="000000"/>
                </a:solidFill>
                <a:latin typeface="Poppins"/>
                <a:ea typeface="Poppins"/>
                <a:cs typeface="Poppins"/>
                <a:sym typeface="Poppins"/>
              </a:rPr>
              <a:t>Smart platform for aptitude, coding &amp; interview preparation.</a:t>
            </a:r>
          </a:p>
          <a:p>
            <a:pPr marL="496571" lvl="1" indent="-248285" algn="just">
              <a:lnSpc>
                <a:spcPts val="3220"/>
              </a:lnSpc>
              <a:buFont typeface="Arial"/>
              <a:buChar char="•"/>
            </a:pPr>
            <a:r>
              <a:rPr lang="en-US" sz="2300">
                <a:solidFill>
                  <a:srgbClr val="000000"/>
                </a:solidFill>
                <a:latin typeface="Poppins"/>
                <a:ea typeface="Poppins"/>
                <a:cs typeface="Poppins"/>
                <a:sym typeface="Poppins"/>
              </a:rPr>
              <a:t>Tracks student performance in real-time.</a:t>
            </a:r>
          </a:p>
          <a:p>
            <a:pPr marL="496571" lvl="1" indent="-248285" algn="just">
              <a:lnSpc>
                <a:spcPts val="3220"/>
              </a:lnSpc>
              <a:buFont typeface="Arial"/>
              <a:buChar char="•"/>
            </a:pPr>
            <a:r>
              <a:rPr lang="en-US" sz="2300">
                <a:solidFill>
                  <a:srgbClr val="000000"/>
                </a:solidFill>
                <a:latin typeface="Poppins"/>
                <a:ea typeface="Poppins"/>
                <a:cs typeface="Poppins"/>
                <a:sym typeface="Poppins"/>
              </a:rPr>
              <a:t>Panels for Admin, Student &amp; Company.</a:t>
            </a:r>
          </a:p>
          <a:p>
            <a:pPr marL="496571" lvl="1" indent="-248285" algn="just">
              <a:lnSpc>
                <a:spcPts val="3220"/>
              </a:lnSpc>
              <a:buFont typeface="Arial"/>
              <a:buChar char="•"/>
            </a:pPr>
            <a:r>
              <a:rPr lang="en-US" sz="2300">
                <a:solidFill>
                  <a:srgbClr val="000000"/>
                </a:solidFill>
                <a:latin typeface="Poppins"/>
                <a:ea typeface="Poppins"/>
                <a:cs typeface="Poppins"/>
                <a:sym typeface="Poppins"/>
              </a:rPr>
              <a:t>Built using React, Node.js, Express.js, MongoDB.</a:t>
            </a:r>
          </a:p>
          <a:p>
            <a:pPr marL="496571" lvl="1" indent="-248285" algn="just">
              <a:lnSpc>
                <a:spcPts val="3220"/>
              </a:lnSpc>
              <a:buFont typeface="Arial"/>
              <a:buChar char="•"/>
            </a:pPr>
            <a:r>
              <a:rPr lang="en-US" sz="2300">
                <a:solidFill>
                  <a:srgbClr val="000000"/>
                </a:solidFill>
                <a:latin typeface="Poppins"/>
                <a:ea typeface="Poppins"/>
                <a:cs typeface="Poppins"/>
                <a:sym typeface="Poppins"/>
              </a:rPr>
              <a:t>Provides analytics, secure login &amp; structured practice.</a:t>
            </a:r>
          </a:p>
          <a:p>
            <a:pPr marL="496571" lvl="1" indent="-248285" algn="just">
              <a:lnSpc>
                <a:spcPts val="3220"/>
              </a:lnSpc>
              <a:spcBef>
                <a:spcPct val="0"/>
              </a:spcBef>
              <a:buFont typeface="Arial"/>
              <a:buChar char="•"/>
            </a:pPr>
            <a:r>
              <a:rPr lang="en-US" sz="2300">
                <a:solidFill>
                  <a:srgbClr val="000000"/>
                </a:solidFill>
                <a:latin typeface="Poppins"/>
                <a:ea typeface="Poppins"/>
                <a:cs typeface="Poppins"/>
                <a:sym typeface="Poppins"/>
              </a:rPr>
              <a:t>Supports continuous improvement through progress tracking.</a:t>
            </a:r>
          </a:p>
          <a:p>
            <a:pPr algn="just">
              <a:lnSpc>
                <a:spcPts val="3220"/>
              </a:lnSpc>
              <a:spcBef>
                <a:spcPct val="0"/>
              </a:spcBef>
            </a:pPr>
            <a:endParaRPr lang="en-US" sz="2300">
              <a:solidFill>
                <a:srgbClr val="000000"/>
              </a:solidFill>
              <a:latin typeface="Poppins"/>
              <a:ea typeface="Poppins"/>
              <a:cs typeface="Poppins"/>
              <a:sym typeface="Poppins"/>
            </a:endParaRPr>
          </a:p>
        </p:txBody>
      </p:sp>
      <p:grpSp>
        <p:nvGrpSpPr>
          <p:cNvPr id="15" name="Group 15"/>
          <p:cNvGrpSpPr/>
          <p:nvPr/>
        </p:nvGrpSpPr>
        <p:grpSpPr>
          <a:xfrm>
            <a:off x="6366890" y="1241246"/>
            <a:ext cx="5538711" cy="1030616"/>
            <a:chOff x="0" y="0"/>
            <a:chExt cx="1666785" cy="310147"/>
          </a:xfrm>
        </p:grpSpPr>
        <p:sp>
          <p:nvSpPr>
            <p:cNvPr id="16" name="Freeform 16"/>
            <p:cNvSpPr/>
            <p:nvPr/>
          </p:nvSpPr>
          <p:spPr>
            <a:xfrm>
              <a:off x="0" y="0"/>
              <a:ext cx="1666785" cy="310147"/>
            </a:xfrm>
            <a:custGeom>
              <a:avLst/>
              <a:gdLst/>
              <a:ahLst/>
              <a:cxnLst/>
              <a:rect l="l" t="t" r="r" b="b"/>
              <a:pathLst>
                <a:path w="1666785" h="310147">
                  <a:moveTo>
                    <a:pt x="0" y="0"/>
                  </a:moveTo>
                  <a:lnTo>
                    <a:pt x="1666785" y="0"/>
                  </a:lnTo>
                  <a:lnTo>
                    <a:pt x="1666785"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17" name="TextBox 17"/>
            <p:cNvSpPr txBox="1"/>
            <p:nvPr/>
          </p:nvSpPr>
          <p:spPr>
            <a:xfrm>
              <a:off x="0" y="-57150"/>
              <a:ext cx="1666785" cy="367297"/>
            </a:xfrm>
            <a:prstGeom prst="rect">
              <a:avLst/>
            </a:prstGeom>
          </p:spPr>
          <p:txBody>
            <a:bodyPr lIns="50800" tIns="50800" rIns="50800" bIns="50800" rtlCol="0" anchor="ctr"/>
            <a:lstStyle/>
            <a:p>
              <a:pPr algn="ctr">
                <a:lnSpc>
                  <a:spcPts val="3223"/>
                </a:lnSpc>
              </a:pPr>
              <a:endParaRPr/>
            </a:p>
          </p:txBody>
        </p:sp>
      </p:grpSp>
      <p:sp>
        <p:nvSpPr>
          <p:cNvPr id="18" name="TextBox 18"/>
          <p:cNvSpPr txBox="1"/>
          <p:nvPr/>
        </p:nvSpPr>
        <p:spPr>
          <a:xfrm>
            <a:off x="6765987" y="1281534"/>
            <a:ext cx="4740516" cy="816718"/>
          </a:xfrm>
          <a:prstGeom prst="rect">
            <a:avLst/>
          </a:prstGeom>
        </p:spPr>
        <p:txBody>
          <a:bodyPr lIns="0" tIns="0" rIns="0" bIns="0" rtlCol="0" anchor="t">
            <a:spAutoFit/>
          </a:bodyPr>
          <a:lstStyle/>
          <a:p>
            <a:pPr algn="ctr">
              <a:lnSpc>
                <a:spcPts val="6320"/>
              </a:lnSpc>
              <a:spcBef>
                <a:spcPct val="0"/>
              </a:spcBef>
            </a:pPr>
            <a:r>
              <a:rPr lang="en-US" sz="4514" b="1">
                <a:solidFill>
                  <a:srgbClr val="FFFFFF"/>
                </a:solidFill>
                <a:latin typeface="Poppins Bold"/>
                <a:ea typeface="Poppins Bold"/>
                <a:cs typeface="Poppins Bold"/>
                <a:sym typeface="Poppins Bold"/>
              </a:rPr>
              <a:t>ABSTRACT</a:t>
            </a:r>
          </a:p>
        </p:txBody>
      </p:sp>
      <p:sp>
        <p:nvSpPr>
          <p:cNvPr id="19" name="AutoShape 19"/>
          <p:cNvSpPr/>
          <p:nvPr/>
        </p:nvSpPr>
        <p:spPr>
          <a:xfrm>
            <a:off x="7891929" y="2865355"/>
            <a:ext cx="2504141" cy="0"/>
          </a:xfrm>
          <a:prstGeom prst="line">
            <a:avLst/>
          </a:prstGeom>
          <a:ln w="114300" cap="rnd">
            <a:solidFill>
              <a:srgbClr val="000000"/>
            </a:solidFill>
            <a:prstDash val="sysDot"/>
            <a:headEnd type="none" w="sm" len="sm"/>
            <a:tailEnd type="none" w="sm" len="sm"/>
          </a:ln>
        </p:spPr>
      </p:sp>
      <p:sp>
        <p:nvSpPr>
          <p:cNvPr id="20" name="AutoShape 20"/>
          <p:cNvSpPr/>
          <p:nvPr/>
        </p:nvSpPr>
        <p:spPr>
          <a:xfrm>
            <a:off x="7884175" y="8323822"/>
            <a:ext cx="2504141" cy="0"/>
          </a:xfrm>
          <a:prstGeom prst="line">
            <a:avLst/>
          </a:prstGeom>
          <a:ln w="114300" cap="rnd">
            <a:solidFill>
              <a:srgbClr val="000000"/>
            </a:solidFill>
            <a:prstDash val="sysDot"/>
            <a:headEnd type="none" w="sm" len="sm"/>
            <a:tailEnd type="none" w="sm" len="sm"/>
          </a:ln>
        </p:spPr>
      </p:sp>
      <p:sp>
        <p:nvSpPr>
          <p:cNvPr id="21" name="TextBox 21"/>
          <p:cNvSpPr txBox="1"/>
          <p:nvPr/>
        </p:nvSpPr>
        <p:spPr>
          <a:xfrm>
            <a:off x="4071033" y="9327060"/>
            <a:ext cx="10132128" cy="398721"/>
          </a:xfrm>
          <a:prstGeom prst="rect">
            <a:avLst/>
          </a:prstGeom>
        </p:spPr>
        <p:txBody>
          <a:bodyPr lIns="0" tIns="0" rIns="0" bIns="0" rtlCol="0" anchor="t">
            <a:spAutoFit/>
          </a:bodyPr>
          <a:lstStyle/>
          <a:p>
            <a:pPr algn="ctr">
              <a:lnSpc>
                <a:spcPts val="3223"/>
              </a:lnSpc>
              <a:spcBef>
                <a:spcPct val="0"/>
              </a:spcBef>
            </a:pPr>
            <a:r>
              <a:rPr lang="en-US" sz="2302" u="sng">
                <a:solidFill>
                  <a:srgbClr val="000000"/>
                </a:solidFill>
                <a:latin typeface="Poppins"/>
                <a:ea typeface="Poppins"/>
                <a:cs typeface="Poppins"/>
                <a:sym typeface="Poppins"/>
                <a:hlinkClick r:id="rId12" tooltip="https://trackplace.preview.emergentagent.com"/>
              </a:rPr>
              <a:t>https://trackplace.preview.emergentagent.com/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2" name="Freeform 2"/>
          <p:cNvSpPr/>
          <p:nvPr/>
        </p:nvSpPr>
        <p:spPr>
          <a:xfrm>
            <a:off x="15412587" y="7414263"/>
            <a:ext cx="3075969" cy="3075969"/>
          </a:xfrm>
          <a:custGeom>
            <a:avLst/>
            <a:gdLst/>
            <a:ahLst/>
            <a:cxnLst/>
            <a:rect l="l" t="t" r="r" b="b"/>
            <a:pathLst>
              <a:path w="3075969" h="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198113" y="-375135"/>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918901" y="7920577"/>
            <a:ext cx="2450523" cy="2450523"/>
          </a:xfrm>
          <a:custGeom>
            <a:avLst/>
            <a:gdLst/>
            <a:ahLst/>
            <a:cxnLst/>
            <a:rect l="l" t="t" r="r" b="b"/>
            <a:pathLst>
              <a:path w="2450523" h="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a:off x="-69201" y="-246222"/>
            <a:ext cx="2651689" cy="2651689"/>
          </a:xfrm>
          <a:custGeom>
            <a:avLst/>
            <a:gdLst/>
            <a:ahLst/>
            <a:cxnLst/>
            <a:rect l="l" t="t" r="r" b="b"/>
            <a:pathLst>
              <a:path w="2651689" h="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2700000">
            <a:off x="16750015" y="5360938"/>
            <a:ext cx="3075969" cy="3075969"/>
          </a:xfrm>
          <a:custGeom>
            <a:avLst/>
            <a:gdLst/>
            <a:ahLst/>
            <a:cxnLst/>
            <a:rect l="l" t="t" r="r" b="b"/>
            <a:pathLst>
              <a:path w="3075969" h="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2391113" y="3588767"/>
            <a:ext cx="3887221" cy="3940997"/>
            <a:chOff x="0" y="0"/>
            <a:chExt cx="1023795" cy="1037958"/>
          </a:xfrm>
        </p:grpSpPr>
        <p:sp>
          <p:nvSpPr>
            <p:cNvPr id="8" name="Freeform 8"/>
            <p:cNvSpPr/>
            <p:nvPr/>
          </p:nvSpPr>
          <p:spPr>
            <a:xfrm>
              <a:off x="0" y="0"/>
              <a:ext cx="1023795" cy="1037958"/>
            </a:xfrm>
            <a:custGeom>
              <a:avLst/>
              <a:gdLst/>
              <a:ahLst/>
              <a:cxnLst/>
              <a:rect l="l" t="t" r="r" b="b"/>
              <a:pathLst>
                <a:path w="1023795" h="1037958">
                  <a:moveTo>
                    <a:pt x="0" y="0"/>
                  </a:moveTo>
                  <a:lnTo>
                    <a:pt x="1023795" y="0"/>
                  </a:lnTo>
                  <a:lnTo>
                    <a:pt x="1023795" y="1037958"/>
                  </a:lnTo>
                  <a:lnTo>
                    <a:pt x="0" y="1037958"/>
                  </a:lnTo>
                  <a:close/>
                </a:path>
              </a:pathLst>
            </a:custGeom>
            <a:solidFill>
              <a:srgbClr val="000000">
                <a:alpha val="0"/>
              </a:srgbClr>
            </a:solidFill>
            <a:ln w="38100" cap="sq">
              <a:solidFill>
                <a:srgbClr val="000000"/>
              </a:solidFill>
              <a:prstDash val="solid"/>
              <a:miter/>
            </a:ln>
          </p:spPr>
        </p:sp>
        <p:sp>
          <p:nvSpPr>
            <p:cNvPr id="9" name="TextBox 9"/>
            <p:cNvSpPr txBox="1"/>
            <p:nvPr/>
          </p:nvSpPr>
          <p:spPr>
            <a:xfrm>
              <a:off x="0" y="-57150"/>
              <a:ext cx="1023795" cy="1095108"/>
            </a:xfrm>
            <a:prstGeom prst="rect">
              <a:avLst/>
            </a:prstGeom>
          </p:spPr>
          <p:txBody>
            <a:bodyPr lIns="50800" tIns="50800" rIns="50800" bIns="50800" rtlCol="0" anchor="ctr"/>
            <a:lstStyle/>
            <a:p>
              <a:pPr algn="ctr">
                <a:lnSpc>
                  <a:spcPts val="3223"/>
                </a:lnSpc>
              </a:pPr>
              <a:endParaRPr/>
            </a:p>
          </p:txBody>
        </p:sp>
      </p:grpSp>
      <p:sp>
        <p:nvSpPr>
          <p:cNvPr id="10" name="Freeform 10"/>
          <p:cNvSpPr/>
          <p:nvPr/>
        </p:nvSpPr>
        <p:spPr>
          <a:xfrm rot="8100000">
            <a:off x="-1664239" y="1924527"/>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p:nvPr/>
        </p:nvSpPr>
        <p:spPr>
          <a:xfrm>
            <a:off x="17440198" y="9460152"/>
            <a:ext cx="1658065" cy="1639977"/>
          </a:xfrm>
          <a:custGeom>
            <a:avLst/>
            <a:gdLst/>
            <a:ahLst/>
            <a:cxnLst/>
            <a:rect l="l" t="t" r="r" b="b"/>
            <a:pathLst>
              <a:path w="1658065" h="1639977">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rot="-10800000">
            <a:off x="-857871" y="-1035099"/>
            <a:ext cx="1794177" cy="1774605"/>
          </a:xfrm>
          <a:custGeom>
            <a:avLst/>
            <a:gdLst/>
            <a:ahLst/>
            <a:cxnLst/>
            <a:rect l="l" t="t" r="r" b="b"/>
            <a:pathLst>
              <a:path w="1794177" h="1774605">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16757558" y="9002084"/>
            <a:ext cx="1180071" cy="143754"/>
          </a:xfrm>
          <a:custGeom>
            <a:avLst/>
            <a:gdLst/>
            <a:ahLst/>
            <a:cxnLst/>
            <a:rect l="l" t="t" r="r" b="b"/>
            <a:pathLst>
              <a:path w="1180071" h="143754">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4" name="Freeform 14"/>
          <p:cNvSpPr/>
          <p:nvPr/>
        </p:nvSpPr>
        <p:spPr>
          <a:xfrm rot="-10800000">
            <a:off x="398041" y="1079622"/>
            <a:ext cx="1276944" cy="155555"/>
          </a:xfrm>
          <a:custGeom>
            <a:avLst/>
            <a:gdLst/>
            <a:ahLst/>
            <a:cxnLst/>
            <a:rect l="l" t="t" r="r" b="b"/>
            <a:pathLst>
              <a:path w="1276944" h="155555">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5" name="Freeform 15"/>
          <p:cNvSpPr/>
          <p:nvPr/>
        </p:nvSpPr>
        <p:spPr>
          <a:xfrm>
            <a:off x="638447" y="9343447"/>
            <a:ext cx="1432702" cy="442835"/>
          </a:xfrm>
          <a:custGeom>
            <a:avLst/>
            <a:gdLst/>
            <a:ahLst/>
            <a:cxnLst/>
            <a:rect l="l" t="t" r="r" b="b"/>
            <a:pathLst>
              <a:path w="1432702" h="442835">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6" name="Freeform 16"/>
          <p:cNvSpPr/>
          <p:nvPr/>
        </p:nvSpPr>
        <p:spPr>
          <a:xfrm flipH="1">
            <a:off x="16216852" y="500718"/>
            <a:ext cx="1432702" cy="442835"/>
          </a:xfrm>
          <a:custGeom>
            <a:avLst/>
            <a:gdLst/>
            <a:ahLst/>
            <a:cxnLst/>
            <a:rect l="l" t="t" r="r" b="b"/>
            <a:pathLst>
              <a:path w="1432702" h="442835">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7" name="TextBox 17"/>
          <p:cNvSpPr txBox="1"/>
          <p:nvPr/>
        </p:nvSpPr>
        <p:spPr>
          <a:xfrm>
            <a:off x="6642264" y="3531617"/>
            <a:ext cx="9066610" cy="3999230"/>
          </a:xfrm>
          <a:prstGeom prst="rect">
            <a:avLst/>
          </a:prstGeom>
        </p:spPr>
        <p:txBody>
          <a:bodyPr lIns="0" tIns="0" rIns="0" bIns="0" rtlCol="0" anchor="t">
            <a:spAutoFit/>
          </a:bodyPr>
          <a:lstStyle/>
          <a:p>
            <a:pPr algn="l">
              <a:lnSpc>
                <a:spcPts val="3220"/>
              </a:lnSpc>
            </a:pPr>
            <a:r>
              <a:rPr lang="en-US" sz="2300">
                <a:solidFill>
                  <a:srgbClr val="000000"/>
                </a:solidFill>
                <a:latin typeface="Poppins"/>
                <a:ea typeface="Poppins"/>
                <a:cs typeface="Poppins"/>
                <a:sym typeface="Poppins"/>
              </a:rPr>
              <a:t>The project report is a comprehensive document that provides detailed information about the proposed platform, Place-O-Track. It serves as a blueprint for all system operations, clearly defining the goals, objectives, and strategies required to transform this placement preparation concept into a fully functional and productive platform. The report acts as a guiding framework that offers direction and clarity throughout the development and execution of the project.</a:t>
            </a:r>
          </a:p>
          <a:p>
            <a:pPr algn="l">
              <a:lnSpc>
                <a:spcPts val="3220"/>
              </a:lnSpc>
              <a:spcBef>
                <a:spcPct val="0"/>
              </a:spcBef>
            </a:pPr>
            <a:endParaRPr lang="en-US" sz="2300">
              <a:solidFill>
                <a:srgbClr val="000000"/>
              </a:solidFill>
              <a:latin typeface="Poppins"/>
              <a:ea typeface="Poppins"/>
              <a:cs typeface="Poppins"/>
              <a:sym typeface="Poppins"/>
            </a:endParaRPr>
          </a:p>
        </p:txBody>
      </p:sp>
      <p:grpSp>
        <p:nvGrpSpPr>
          <p:cNvPr id="18" name="Group 18"/>
          <p:cNvGrpSpPr/>
          <p:nvPr/>
        </p:nvGrpSpPr>
        <p:grpSpPr>
          <a:xfrm>
            <a:off x="6366890" y="1241246"/>
            <a:ext cx="5538711" cy="1030616"/>
            <a:chOff x="0" y="0"/>
            <a:chExt cx="1666785" cy="310147"/>
          </a:xfrm>
        </p:grpSpPr>
        <p:sp>
          <p:nvSpPr>
            <p:cNvPr id="19" name="Freeform 19"/>
            <p:cNvSpPr/>
            <p:nvPr/>
          </p:nvSpPr>
          <p:spPr>
            <a:xfrm>
              <a:off x="0" y="0"/>
              <a:ext cx="1666785" cy="310147"/>
            </a:xfrm>
            <a:custGeom>
              <a:avLst/>
              <a:gdLst/>
              <a:ahLst/>
              <a:cxnLst/>
              <a:rect l="l" t="t" r="r" b="b"/>
              <a:pathLst>
                <a:path w="1666785" h="310147">
                  <a:moveTo>
                    <a:pt x="0" y="0"/>
                  </a:moveTo>
                  <a:lnTo>
                    <a:pt x="1666785" y="0"/>
                  </a:lnTo>
                  <a:lnTo>
                    <a:pt x="1666785"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20" name="TextBox 20"/>
            <p:cNvSpPr txBox="1"/>
            <p:nvPr/>
          </p:nvSpPr>
          <p:spPr>
            <a:xfrm>
              <a:off x="0" y="-57150"/>
              <a:ext cx="1666785" cy="367297"/>
            </a:xfrm>
            <a:prstGeom prst="rect">
              <a:avLst/>
            </a:prstGeom>
          </p:spPr>
          <p:txBody>
            <a:bodyPr lIns="50800" tIns="50800" rIns="50800" bIns="50800" rtlCol="0" anchor="ctr"/>
            <a:lstStyle/>
            <a:p>
              <a:pPr algn="ctr">
                <a:lnSpc>
                  <a:spcPts val="3223"/>
                </a:lnSpc>
              </a:pPr>
              <a:endParaRPr/>
            </a:p>
          </p:txBody>
        </p:sp>
      </p:grpSp>
      <p:sp>
        <p:nvSpPr>
          <p:cNvPr id="21" name="AutoShape 21"/>
          <p:cNvSpPr/>
          <p:nvPr/>
        </p:nvSpPr>
        <p:spPr>
          <a:xfrm>
            <a:off x="7891929" y="2865355"/>
            <a:ext cx="2504141" cy="0"/>
          </a:xfrm>
          <a:prstGeom prst="line">
            <a:avLst/>
          </a:prstGeom>
          <a:ln w="114300" cap="rnd">
            <a:solidFill>
              <a:srgbClr val="000000"/>
            </a:solidFill>
            <a:prstDash val="sysDot"/>
            <a:headEnd type="none" w="sm" len="sm"/>
            <a:tailEnd type="none" w="sm" len="sm"/>
          </a:ln>
        </p:spPr>
      </p:sp>
      <p:sp>
        <p:nvSpPr>
          <p:cNvPr id="22" name="AutoShape 22"/>
          <p:cNvSpPr/>
          <p:nvPr/>
        </p:nvSpPr>
        <p:spPr>
          <a:xfrm>
            <a:off x="7884175" y="8323822"/>
            <a:ext cx="2504141" cy="0"/>
          </a:xfrm>
          <a:prstGeom prst="line">
            <a:avLst/>
          </a:prstGeom>
          <a:ln w="114300" cap="rnd">
            <a:solidFill>
              <a:srgbClr val="000000"/>
            </a:solidFill>
            <a:prstDash val="sysDot"/>
            <a:headEnd type="none" w="sm" len="sm"/>
            <a:tailEnd type="none" w="sm" len="sm"/>
          </a:ln>
        </p:spPr>
      </p:sp>
      <p:grpSp>
        <p:nvGrpSpPr>
          <p:cNvPr id="23" name="Group 23"/>
          <p:cNvGrpSpPr/>
          <p:nvPr/>
        </p:nvGrpSpPr>
        <p:grpSpPr>
          <a:xfrm>
            <a:off x="2629580" y="3854122"/>
            <a:ext cx="3410287" cy="3410287"/>
            <a:chOff x="0" y="0"/>
            <a:chExt cx="812800" cy="812800"/>
          </a:xfrm>
        </p:grpSpPr>
        <p:sp>
          <p:nvSpPr>
            <p:cNvPr id="24" name="Freeform 2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12"/>
              <a:stretch>
                <a:fillRect l="-55263" r="-55263"/>
              </a:stretch>
            </a:blipFill>
          </p:spPr>
        </p:sp>
      </p:grpSp>
      <p:sp>
        <p:nvSpPr>
          <p:cNvPr id="25" name="TextBox 25"/>
          <p:cNvSpPr txBox="1"/>
          <p:nvPr/>
        </p:nvSpPr>
        <p:spPr>
          <a:xfrm>
            <a:off x="6863818" y="1281534"/>
            <a:ext cx="4596656" cy="816718"/>
          </a:xfrm>
          <a:prstGeom prst="rect">
            <a:avLst/>
          </a:prstGeom>
        </p:spPr>
        <p:txBody>
          <a:bodyPr lIns="0" tIns="0" rIns="0" bIns="0" rtlCol="0" anchor="t">
            <a:spAutoFit/>
          </a:bodyPr>
          <a:lstStyle/>
          <a:p>
            <a:pPr algn="ctr">
              <a:lnSpc>
                <a:spcPts val="6320"/>
              </a:lnSpc>
              <a:spcBef>
                <a:spcPct val="0"/>
              </a:spcBef>
            </a:pPr>
            <a:r>
              <a:rPr lang="en-US" sz="4514" b="1">
                <a:solidFill>
                  <a:srgbClr val="FFFFFF"/>
                </a:solidFill>
                <a:latin typeface="Poppins Bold"/>
                <a:ea typeface="Poppins Bold"/>
                <a:cs typeface="Poppins Bold"/>
                <a:sym typeface="Poppins Bold"/>
              </a:rPr>
              <a:t>INTRODUCTION</a:t>
            </a:r>
          </a:p>
        </p:txBody>
      </p:sp>
      <p:sp>
        <p:nvSpPr>
          <p:cNvPr id="26" name="TextBox 26"/>
          <p:cNvSpPr txBox="1"/>
          <p:nvPr/>
        </p:nvSpPr>
        <p:spPr>
          <a:xfrm>
            <a:off x="4071033" y="9327060"/>
            <a:ext cx="10132128" cy="398721"/>
          </a:xfrm>
          <a:prstGeom prst="rect">
            <a:avLst/>
          </a:prstGeom>
        </p:spPr>
        <p:txBody>
          <a:bodyPr lIns="0" tIns="0" rIns="0" bIns="0" rtlCol="0" anchor="t">
            <a:spAutoFit/>
          </a:bodyPr>
          <a:lstStyle/>
          <a:p>
            <a:pPr algn="ctr">
              <a:lnSpc>
                <a:spcPts val="3223"/>
              </a:lnSpc>
              <a:spcBef>
                <a:spcPct val="0"/>
              </a:spcBef>
            </a:pPr>
            <a:r>
              <a:rPr lang="en-US" sz="2302" u="sng">
                <a:solidFill>
                  <a:srgbClr val="000000"/>
                </a:solidFill>
                <a:latin typeface="Poppins"/>
                <a:ea typeface="Poppins"/>
                <a:cs typeface="Poppins"/>
                <a:sym typeface="Poppins"/>
                <a:hlinkClick r:id="rId13" tooltip="https://trackplace.preview.emergentagent.com"/>
              </a:rPr>
              <a:t>https://trackplace.preview.emergentagent.com/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2" name="Freeform 2"/>
          <p:cNvSpPr/>
          <p:nvPr/>
        </p:nvSpPr>
        <p:spPr>
          <a:xfrm>
            <a:off x="15412587" y="7414263"/>
            <a:ext cx="3075969" cy="3075969"/>
          </a:xfrm>
          <a:custGeom>
            <a:avLst/>
            <a:gdLst/>
            <a:ahLst/>
            <a:cxnLst/>
            <a:rect l="l" t="t" r="r" b="b"/>
            <a:pathLst>
              <a:path w="3075969" h="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198113" y="-375135"/>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918901" y="7920577"/>
            <a:ext cx="2450523" cy="2450523"/>
          </a:xfrm>
          <a:custGeom>
            <a:avLst/>
            <a:gdLst/>
            <a:ahLst/>
            <a:cxnLst/>
            <a:rect l="l" t="t" r="r" b="b"/>
            <a:pathLst>
              <a:path w="2450523" h="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a:off x="-69201" y="-246222"/>
            <a:ext cx="2651689" cy="2651689"/>
          </a:xfrm>
          <a:custGeom>
            <a:avLst/>
            <a:gdLst/>
            <a:ahLst/>
            <a:cxnLst/>
            <a:rect l="l" t="t" r="r" b="b"/>
            <a:pathLst>
              <a:path w="2651689" h="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2700000">
            <a:off x="16750015" y="5360938"/>
            <a:ext cx="3075969" cy="3075969"/>
          </a:xfrm>
          <a:custGeom>
            <a:avLst/>
            <a:gdLst/>
            <a:ahLst/>
            <a:cxnLst/>
            <a:rect l="l" t="t" r="r" b="b"/>
            <a:pathLst>
              <a:path w="3075969" h="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8100000">
            <a:off x="-1664239" y="1924527"/>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7440198" y="9460152"/>
            <a:ext cx="1658065" cy="1639977"/>
          </a:xfrm>
          <a:custGeom>
            <a:avLst/>
            <a:gdLst/>
            <a:ahLst/>
            <a:cxnLst/>
            <a:rect l="l" t="t" r="r" b="b"/>
            <a:pathLst>
              <a:path w="1658065" h="1639977">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10800000">
            <a:off x="-857871" y="-1035099"/>
            <a:ext cx="1794177" cy="1774605"/>
          </a:xfrm>
          <a:custGeom>
            <a:avLst/>
            <a:gdLst/>
            <a:ahLst/>
            <a:cxnLst/>
            <a:rect l="l" t="t" r="r" b="b"/>
            <a:pathLst>
              <a:path w="1794177" h="1774605">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16757558" y="9002084"/>
            <a:ext cx="1180071" cy="143754"/>
          </a:xfrm>
          <a:custGeom>
            <a:avLst/>
            <a:gdLst/>
            <a:ahLst/>
            <a:cxnLst/>
            <a:rect l="l" t="t" r="r" b="b"/>
            <a:pathLst>
              <a:path w="1180071" h="143754">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rot="-10800000">
            <a:off x="398041" y="1079622"/>
            <a:ext cx="1276944" cy="155555"/>
          </a:xfrm>
          <a:custGeom>
            <a:avLst/>
            <a:gdLst/>
            <a:ahLst/>
            <a:cxnLst/>
            <a:rect l="l" t="t" r="r" b="b"/>
            <a:pathLst>
              <a:path w="1276944" h="155555">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638447" y="9343447"/>
            <a:ext cx="1432702" cy="442835"/>
          </a:xfrm>
          <a:custGeom>
            <a:avLst/>
            <a:gdLst/>
            <a:ahLst/>
            <a:cxnLst/>
            <a:rect l="l" t="t" r="r" b="b"/>
            <a:pathLst>
              <a:path w="1432702" h="442835">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flipH="1">
            <a:off x="16216852" y="500718"/>
            <a:ext cx="1432702" cy="442835"/>
          </a:xfrm>
          <a:custGeom>
            <a:avLst/>
            <a:gdLst/>
            <a:ahLst/>
            <a:cxnLst/>
            <a:rect l="l" t="t" r="r" b="b"/>
            <a:pathLst>
              <a:path w="1432702" h="442835">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TextBox 14"/>
          <p:cNvSpPr txBox="1"/>
          <p:nvPr/>
        </p:nvSpPr>
        <p:spPr>
          <a:xfrm>
            <a:off x="2859903" y="4166150"/>
            <a:ext cx="12552684" cy="1198880"/>
          </a:xfrm>
          <a:prstGeom prst="rect">
            <a:avLst/>
          </a:prstGeom>
        </p:spPr>
        <p:txBody>
          <a:bodyPr lIns="0" tIns="0" rIns="0" bIns="0" rtlCol="0" anchor="t">
            <a:spAutoFit/>
          </a:bodyPr>
          <a:lstStyle/>
          <a:p>
            <a:pPr algn="l">
              <a:lnSpc>
                <a:spcPts val="3220"/>
              </a:lnSpc>
              <a:spcBef>
                <a:spcPct val="0"/>
              </a:spcBef>
            </a:pPr>
            <a:r>
              <a:rPr lang="en-US" sz="2300">
                <a:solidFill>
                  <a:srgbClr val="000000"/>
                </a:solidFill>
                <a:latin typeface="Poppins"/>
                <a:ea typeface="Poppins"/>
                <a:cs typeface="Poppins"/>
                <a:sym typeface="Poppins"/>
              </a:rPr>
              <a:t>To become the most trusted digital placement mentor that empowers every student to achieve career success through personalized learning, analytics-driven insights, and a complete preparation ecosystem.</a:t>
            </a:r>
          </a:p>
        </p:txBody>
      </p:sp>
      <p:sp>
        <p:nvSpPr>
          <p:cNvPr id="15" name="TextBox 15"/>
          <p:cNvSpPr txBox="1"/>
          <p:nvPr/>
        </p:nvSpPr>
        <p:spPr>
          <a:xfrm>
            <a:off x="2859903" y="6358436"/>
            <a:ext cx="12552684" cy="1198880"/>
          </a:xfrm>
          <a:prstGeom prst="rect">
            <a:avLst/>
          </a:prstGeom>
        </p:spPr>
        <p:txBody>
          <a:bodyPr lIns="0" tIns="0" rIns="0" bIns="0" rtlCol="0" anchor="t">
            <a:spAutoFit/>
          </a:bodyPr>
          <a:lstStyle/>
          <a:p>
            <a:pPr algn="l">
              <a:lnSpc>
                <a:spcPts val="3220"/>
              </a:lnSpc>
              <a:spcBef>
                <a:spcPct val="0"/>
              </a:spcBef>
            </a:pPr>
            <a:r>
              <a:rPr lang="en-US" sz="2300">
                <a:solidFill>
                  <a:srgbClr val="000000"/>
                </a:solidFill>
                <a:latin typeface="Poppins"/>
                <a:ea typeface="Poppins"/>
                <a:cs typeface="Poppins"/>
                <a:sym typeface="Poppins"/>
              </a:rPr>
              <a:t>To provide a smart, structured, and easy-to-use platform that helps students prepare for placements through real-time practice, performance tracking, and guided learning using modern technology.</a:t>
            </a:r>
          </a:p>
        </p:txBody>
      </p:sp>
      <p:grpSp>
        <p:nvGrpSpPr>
          <p:cNvPr id="16" name="Group 16"/>
          <p:cNvGrpSpPr/>
          <p:nvPr/>
        </p:nvGrpSpPr>
        <p:grpSpPr>
          <a:xfrm>
            <a:off x="6366890" y="1241246"/>
            <a:ext cx="5538711" cy="1030616"/>
            <a:chOff x="0" y="0"/>
            <a:chExt cx="1666785" cy="310147"/>
          </a:xfrm>
        </p:grpSpPr>
        <p:sp>
          <p:nvSpPr>
            <p:cNvPr id="17" name="Freeform 17"/>
            <p:cNvSpPr/>
            <p:nvPr/>
          </p:nvSpPr>
          <p:spPr>
            <a:xfrm>
              <a:off x="0" y="0"/>
              <a:ext cx="1666785" cy="310147"/>
            </a:xfrm>
            <a:custGeom>
              <a:avLst/>
              <a:gdLst/>
              <a:ahLst/>
              <a:cxnLst/>
              <a:rect l="l" t="t" r="r" b="b"/>
              <a:pathLst>
                <a:path w="1666785" h="310147">
                  <a:moveTo>
                    <a:pt x="0" y="0"/>
                  </a:moveTo>
                  <a:lnTo>
                    <a:pt x="1666785" y="0"/>
                  </a:lnTo>
                  <a:lnTo>
                    <a:pt x="1666785"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18" name="TextBox 18"/>
            <p:cNvSpPr txBox="1"/>
            <p:nvPr/>
          </p:nvSpPr>
          <p:spPr>
            <a:xfrm>
              <a:off x="0" y="-57150"/>
              <a:ext cx="1666785" cy="367297"/>
            </a:xfrm>
            <a:prstGeom prst="rect">
              <a:avLst/>
            </a:prstGeom>
          </p:spPr>
          <p:txBody>
            <a:bodyPr lIns="50800" tIns="50800" rIns="50800" bIns="50800" rtlCol="0" anchor="ctr"/>
            <a:lstStyle/>
            <a:p>
              <a:pPr algn="ctr">
                <a:lnSpc>
                  <a:spcPts val="3223"/>
                </a:lnSpc>
              </a:pPr>
              <a:endParaRPr/>
            </a:p>
          </p:txBody>
        </p:sp>
      </p:grpSp>
      <p:grpSp>
        <p:nvGrpSpPr>
          <p:cNvPr id="19" name="Group 19"/>
          <p:cNvGrpSpPr/>
          <p:nvPr/>
        </p:nvGrpSpPr>
        <p:grpSpPr>
          <a:xfrm>
            <a:off x="2859903" y="3486744"/>
            <a:ext cx="3388054" cy="630432"/>
            <a:chOff x="0" y="0"/>
            <a:chExt cx="1666785" cy="310147"/>
          </a:xfrm>
        </p:grpSpPr>
        <p:sp>
          <p:nvSpPr>
            <p:cNvPr id="20" name="Freeform 20"/>
            <p:cNvSpPr/>
            <p:nvPr/>
          </p:nvSpPr>
          <p:spPr>
            <a:xfrm>
              <a:off x="0" y="0"/>
              <a:ext cx="1666785" cy="310147"/>
            </a:xfrm>
            <a:custGeom>
              <a:avLst/>
              <a:gdLst/>
              <a:ahLst/>
              <a:cxnLst/>
              <a:rect l="l" t="t" r="r" b="b"/>
              <a:pathLst>
                <a:path w="1666785" h="310147">
                  <a:moveTo>
                    <a:pt x="0" y="0"/>
                  </a:moveTo>
                  <a:lnTo>
                    <a:pt x="1666785" y="0"/>
                  </a:lnTo>
                  <a:lnTo>
                    <a:pt x="1666785"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21" name="TextBox 21"/>
            <p:cNvSpPr txBox="1"/>
            <p:nvPr/>
          </p:nvSpPr>
          <p:spPr>
            <a:xfrm>
              <a:off x="0" y="-57150"/>
              <a:ext cx="1666785" cy="367297"/>
            </a:xfrm>
            <a:prstGeom prst="rect">
              <a:avLst/>
            </a:prstGeom>
          </p:spPr>
          <p:txBody>
            <a:bodyPr lIns="50800" tIns="50800" rIns="50800" bIns="50800" rtlCol="0" anchor="ctr"/>
            <a:lstStyle/>
            <a:p>
              <a:pPr algn="ctr">
                <a:lnSpc>
                  <a:spcPts val="3223"/>
                </a:lnSpc>
              </a:pPr>
              <a:endParaRPr/>
            </a:p>
          </p:txBody>
        </p:sp>
      </p:grpSp>
      <p:grpSp>
        <p:nvGrpSpPr>
          <p:cNvPr id="22" name="Group 22"/>
          <p:cNvGrpSpPr/>
          <p:nvPr/>
        </p:nvGrpSpPr>
        <p:grpSpPr>
          <a:xfrm>
            <a:off x="2859903" y="5679030"/>
            <a:ext cx="3388054" cy="630432"/>
            <a:chOff x="0" y="0"/>
            <a:chExt cx="1666785" cy="310147"/>
          </a:xfrm>
        </p:grpSpPr>
        <p:sp>
          <p:nvSpPr>
            <p:cNvPr id="23" name="Freeform 23"/>
            <p:cNvSpPr/>
            <p:nvPr/>
          </p:nvSpPr>
          <p:spPr>
            <a:xfrm>
              <a:off x="0" y="0"/>
              <a:ext cx="1666785" cy="310147"/>
            </a:xfrm>
            <a:custGeom>
              <a:avLst/>
              <a:gdLst/>
              <a:ahLst/>
              <a:cxnLst/>
              <a:rect l="l" t="t" r="r" b="b"/>
              <a:pathLst>
                <a:path w="1666785" h="310147">
                  <a:moveTo>
                    <a:pt x="0" y="0"/>
                  </a:moveTo>
                  <a:lnTo>
                    <a:pt x="1666785" y="0"/>
                  </a:lnTo>
                  <a:lnTo>
                    <a:pt x="1666785"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24" name="TextBox 24"/>
            <p:cNvSpPr txBox="1"/>
            <p:nvPr/>
          </p:nvSpPr>
          <p:spPr>
            <a:xfrm>
              <a:off x="0" y="-57150"/>
              <a:ext cx="1666785" cy="367297"/>
            </a:xfrm>
            <a:prstGeom prst="rect">
              <a:avLst/>
            </a:prstGeom>
          </p:spPr>
          <p:txBody>
            <a:bodyPr lIns="50800" tIns="50800" rIns="50800" bIns="50800" rtlCol="0" anchor="ctr"/>
            <a:lstStyle/>
            <a:p>
              <a:pPr algn="ctr">
                <a:lnSpc>
                  <a:spcPts val="3223"/>
                </a:lnSpc>
              </a:pPr>
              <a:endParaRPr/>
            </a:p>
          </p:txBody>
        </p:sp>
      </p:grpSp>
      <p:sp>
        <p:nvSpPr>
          <p:cNvPr id="25" name="TextBox 25"/>
          <p:cNvSpPr txBox="1"/>
          <p:nvPr/>
        </p:nvSpPr>
        <p:spPr>
          <a:xfrm>
            <a:off x="6560546" y="1281534"/>
            <a:ext cx="5151398" cy="816718"/>
          </a:xfrm>
          <a:prstGeom prst="rect">
            <a:avLst/>
          </a:prstGeom>
        </p:spPr>
        <p:txBody>
          <a:bodyPr lIns="0" tIns="0" rIns="0" bIns="0" rtlCol="0" anchor="t">
            <a:spAutoFit/>
          </a:bodyPr>
          <a:lstStyle/>
          <a:p>
            <a:pPr algn="ctr">
              <a:lnSpc>
                <a:spcPts val="6320"/>
              </a:lnSpc>
              <a:spcBef>
                <a:spcPct val="0"/>
              </a:spcBef>
            </a:pPr>
            <a:r>
              <a:rPr lang="en-US" sz="4514" b="1">
                <a:solidFill>
                  <a:srgbClr val="FFFFFF"/>
                </a:solidFill>
                <a:latin typeface="Poppins Bold"/>
                <a:ea typeface="Poppins Bold"/>
                <a:cs typeface="Poppins Bold"/>
                <a:sym typeface="Poppins Bold"/>
              </a:rPr>
              <a:t>OBJECTIVE</a:t>
            </a:r>
          </a:p>
        </p:txBody>
      </p:sp>
      <p:sp>
        <p:nvSpPr>
          <p:cNvPr id="26" name="TextBox 26"/>
          <p:cNvSpPr txBox="1"/>
          <p:nvPr/>
        </p:nvSpPr>
        <p:spPr>
          <a:xfrm>
            <a:off x="2978364" y="3516759"/>
            <a:ext cx="3151133" cy="483870"/>
          </a:xfrm>
          <a:prstGeom prst="rect">
            <a:avLst/>
          </a:prstGeom>
        </p:spPr>
        <p:txBody>
          <a:bodyPr lIns="0" tIns="0" rIns="0" bIns="0" rtlCol="0" anchor="t">
            <a:spAutoFit/>
          </a:bodyPr>
          <a:lstStyle/>
          <a:p>
            <a:pPr algn="ctr">
              <a:lnSpc>
                <a:spcPts val="3779"/>
              </a:lnSpc>
              <a:spcBef>
                <a:spcPct val="0"/>
              </a:spcBef>
            </a:pPr>
            <a:r>
              <a:rPr lang="en-US" sz="2699" b="1">
                <a:solidFill>
                  <a:srgbClr val="FFFFFF"/>
                </a:solidFill>
                <a:latin typeface="Poppins Bold"/>
                <a:ea typeface="Poppins Bold"/>
                <a:cs typeface="Poppins Bold"/>
                <a:sym typeface="Poppins Bold"/>
              </a:rPr>
              <a:t>OUR VISION</a:t>
            </a:r>
          </a:p>
        </p:txBody>
      </p:sp>
      <p:sp>
        <p:nvSpPr>
          <p:cNvPr id="27" name="TextBox 27"/>
          <p:cNvSpPr txBox="1"/>
          <p:nvPr/>
        </p:nvSpPr>
        <p:spPr>
          <a:xfrm>
            <a:off x="2978364" y="5709045"/>
            <a:ext cx="3151133" cy="483870"/>
          </a:xfrm>
          <a:prstGeom prst="rect">
            <a:avLst/>
          </a:prstGeom>
        </p:spPr>
        <p:txBody>
          <a:bodyPr lIns="0" tIns="0" rIns="0" bIns="0" rtlCol="0" anchor="t">
            <a:spAutoFit/>
          </a:bodyPr>
          <a:lstStyle/>
          <a:p>
            <a:pPr algn="ctr">
              <a:lnSpc>
                <a:spcPts val="3779"/>
              </a:lnSpc>
              <a:spcBef>
                <a:spcPct val="0"/>
              </a:spcBef>
            </a:pPr>
            <a:r>
              <a:rPr lang="en-US" sz="2699" b="1">
                <a:solidFill>
                  <a:srgbClr val="FFFFFF"/>
                </a:solidFill>
                <a:latin typeface="Poppins Bold"/>
                <a:ea typeface="Poppins Bold"/>
                <a:cs typeface="Poppins Bold"/>
                <a:sym typeface="Poppins Bold"/>
              </a:rPr>
              <a:t>OUR MISSION</a:t>
            </a:r>
          </a:p>
        </p:txBody>
      </p:sp>
      <p:sp>
        <p:nvSpPr>
          <p:cNvPr id="28" name="AutoShape 28"/>
          <p:cNvSpPr/>
          <p:nvPr/>
        </p:nvSpPr>
        <p:spPr>
          <a:xfrm>
            <a:off x="7891929" y="2865355"/>
            <a:ext cx="2504141" cy="0"/>
          </a:xfrm>
          <a:prstGeom prst="line">
            <a:avLst/>
          </a:prstGeom>
          <a:ln w="114300" cap="rnd">
            <a:solidFill>
              <a:srgbClr val="000000"/>
            </a:solidFill>
            <a:prstDash val="sysDot"/>
            <a:headEnd type="none" w="sm" len="sm"/>
            <a:tailEnd type="none" w="sm" len="sm"/>
          </a:ln>
        </p:spPr>
      </p:sp>
      <p:sp>
        <p:nvSpPr>
          <p:cNvPr id="29" name="AutoShape 29"/>
          <p:cNvSpPr/>
          <p:nvPr/>
        </p:nvSpPr>
        <p:spPr>
          <a:xfrm>
            <a:off x="7884175" y="8323822"/>
            <a:ext cx="2504141" cy="0"/>
          </a:xfrm>
          <a:prstGeom prst="line">
            <a:avLst/>
          </a:prstGeom>
          <a:ln w="114300" cap="rnd">
            <a:solidFill>
              <a:srgbClr val="000000"/>
            </a:solidFill>
            <a:prstDash val="sysDot"/>
            <a:headEnd type="none" w="sm" len="sm"/>
            <a:tailEnd type="none" w="sm" len="sm"/>
          </a:ln>
        </p:spPr>
      </p:sp>
      <p:sp>
        <p:nvSpPr>
          <p:cNvPr id="30" name="TextBox 30"/>
          <p:cNvSpPr txBox="1"/>
          <p:nvPr/>
        </p:nvSpPr>
        <p:spPr>
          <a:xfrm>
            <a:off x="4071033" y="9327060"/>
            <a:ext cx="10132128" cy="398721"/>
          </a:xfrm>
          <a:prstGeom prst="rect">
            <a:avLst/>
          </a:prstGeom>
        </p:spPr>
        <p:txBody>
          <a:bodyPr lIns="0" tIns="0" rIns="0" bIns="0" rtlCol="0" anchor="t">
            <a:spAutoFit/>
          </a:bodyPr>
          <a:lstStyle/>
          <a:p>
            <a:pPr algn="ctr">
              <a:lnSpc>
                <a:spcPts val="3223"/>
              </a:lnSpc>
              <a:spcBef>
                <a:spcPct val="0"/>
              </a:spcBef>
            </a:pPr>
            <a:r>
              <a:rPr lang="en-US" sz="2302" u="sng">
                <a:solidFill>
                  <a:srgbClr val="000000"/>
                </a:solidFill>
                <a:latin typeface="Poppins"/>
                <a:ea typeface="Poppins"/>
                <a:cs typeface="Poppins"/>
                <a:sym typeface="Poppins"/>
                <a:hlinkClick r:id="rId12" tooltip="https://trackplace.preview.emergentagent.com"/>
              </a:rPr>
              <a:t>https://trackplace.preview.emergentagent.com/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2" name="Freeform 2"/>
          <p:cNvSpPr/>
          <p:nvPr/>
        </p:nvSpPr>
        <p:spPr>
          <a:xfrm>
            <a:off x="15412587" y="7414263"/>
            <a:ext cx="3075969" cy="3075969"/>
          </a:xfrm>
          <a:custGeom>
            <a:avLst/>
            <a:gdLst/>
            <a:ahLst/>
            <a:cxnLst/>
            <a:rect l="l" t="t" r="r" b="b"/>
            <a:pathLst>
              <a:path w="3075969" h="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198113" y="-375135"/>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918901" y="7920577"/>
            <a:ext cx="2450523" cy="2450523"/>
          </a:xfrm>
          <a:custGeom>
            <a:avLst/>
            <a:gdLst/>
            <a:ahLst/>
            <a:cxnLst/>
            <a:rect l="l" t="t" r="r" b="b"/>
            <a:pathLst>
              <a:path w="2450523" h="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a:off x="-69201" y="-246222"/>
            <a:ext cx="2651689" cy="2651689"/>
          </a:xfrm>
          <a:custGeom>
            <a:avLst/>
            <a:gdLst/>
            <a:ahLst/>
            <a:cxnLst/>
            <a:rect l="l" t="t" r="r" b="b"/>
            <a:pathLst>
              <a:path w="2651689" h="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2700000">
            <a:off x="16750015" y="5360938"/>
            <a:ext cx="3075969" cy="3075969"/>
          </a:xfrm>
          <a:custGeom>
            <a:avLst/>
            <a:gdLst/>
            <a:ahLst/>
            <a:cxnLst/>
            <a:rect l="l" t="t" r="r" b="b"/>
            <a:pathLst>
              <a:path w="3075969" h="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8100000">
            <a:off x="-1664239" y="1924527"/>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7440198" y="9460152"/>
            <a:ext cx="1658065" cy="1639977"/>
          </a:xfrm>
          <a:custGeom>
            <a:avLst/>
            <a:gdLst/>
            <a:ahLst/>
            <a:cxnLst/>
            <a:rect l="l" t="t" r="r" b="b"/>
            <a:pathLst>
              <a:path w="1658065" h="1639977">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10800000">
            <a:off x="-857871" y="-1035099"/>
            <a:ext cx="1794177" cy="1774605"/>
          </a:xfrm>
          <a:custGeom>
            <a:avLst/>
            <a:gdLst/>
            <a:ahLst/>
            <a:cxnLst/>
            <a:rect l="l" t="t" r="r" b="b"/>
            <a:pathLst>
              <a:path w="1794177" h="1774605">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16757558" y="9002084"/>
            <a:ext cx="1180071" cy="143754"/>
          </a:xfrm>
          <a:custGeom>
            <a:avLst/>
            <a:gdLst/>
            <a:ahLst/>
            <a:cxnLst/>
            <a:rect l="l" t="t" r="r" b="b"/>
            <a:pathLst>
              <a:path w="1180071" h="143754">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rot="-10800000">
            <a:off x="398041" y="1079622"/>
            <a:ext cx="1276944" cy="155555"/>
          </a:xfrm>
          <a:custGeom>
            <a:avLst/>
            <a:gdLst/>
            <a:ahLst/>
            <a:cxnLst/>
            <a:rect l="l" t="t" r="r" b="b"/>
            <a:pathLst>
              <a:path w="1276944" h="155555">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638447" y="9343447"/>
            <a:ext cx="1432702" cy="442835"/>
          </a:xfrm>
          <a:custGeom>
            <a:avLst/>
            <a:gdLst/>
            <a:ahLst/>
            <a:cxnLst/>
            <a:rect l="l" t="t" r="r" b="b"/>
            <a:pathLst>
              <a:path w="1432702" h="442835">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flipH="1">
            <a:off x="16216852" y="500718"/>
            <a:ext cx="1432702" cy="442835"/>
          </a:xfrm>
          <a:custGeom>
            <a:avLst/>
            <a:gdLst/>
            <a:ahLst/>
            <a:cxnLst/>
            <a:rect l="l" t="t" r="r" b="b"/>
            <a:pathLst>
              <a:path w="1432702" h="442835">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14" name="Group 14"/>
          <p:cNvGrpSpPr/>
          <p:nvPr/>
        </p:nvGrpSpPr>
        <p:grpSpPr>
          <a:xfrm>
            <a:off x="3210721" y="3857614"/>
            <a:ext cx="5729748" cy="3408933"/>
            <a:chOff x="0" y="0"/>
            <a:chExt cx="1509069" cy="897826"/>
          </a:xfrm>
        </p:grpSpPr>
        <p:sp>
          <p:nvSpPr>
            <p:cNvPr id="15" name="Freeform 15"/>
            <p:cNvSpPr/>
            <p:nvPr/>
          </p:nvSpPr>
          <p:spPr>
            <a:xfrm>
              <a:off x="0" y="0"/>
              <a:ext cx="1509069" cy="897826"/>
            </a:xfrm>
            <a:custGeom>
              <a:avLst/>
              <a:gdLst/>
              <a:ahLst/>
              <a:cxnLst/>
              <a:rect l="l" t="t" r="r" b="b"/>
              <a:pathLst>
                <a:path w="1509069" h="897826">
                  <a:moveTo>
                    <a:pt x="0" y="0"/>
                  </a:moveTo>
                  <a:lnTo>
                    <a:pt x="1509069" y="0"/>
                  </a:lnTo>
                  <a:lnTo>
                    <a:pt x="1509069" y="897826"/>
                  </a:lnTo>
                  <a:lnTo>
                    <a:pt x="0" y="897826"/>
                  </a:lnTo>
                  <a:close/>
                </a:path>
              </a:pathLst>
            </a:custGeom>
            <a:solidFill>
              <a:srgbClr val="000000">
                <a:alpha val="0"/>
              </a:srgbClr>
            </a:solidFill>
            <a:ln w="38100" cap="sq">
              <a:solidFill>
                <a:srgbClr val="000000"/>
              </a:solidFill>
              <a:prstDash val="solid"/>
              <a:miter/>
            </a:ln>
          </p:spPr>
        </p:sp>
        <p:sp>
          <p:nvSpPr>
            <p:cNvPr id="16" name="TextBox 16"/>
            <p:cNvSpPr txBox="1"/>
            <p:nvPr/>
          </p:nvSpPr>
          <p:spPr>
            <a:xfrm>
              <a:off x="0" y="-57150"/>
              <a:ext cx="1509069" cy="954976"/>
            </a:xfrm>
            <a:prstGeom prst="rect">
              <a:avLst/>
            </a:prstGeom>
          </p:spPr>
          <p:txBody>
            <a:bodyPr lIns="50800" tIns="50800" rIns="50800" bIns="50800" rtlCol="0" anchor="ctr"/>
            <a:lstStyle/>
            <a:p>
              <a:pPr algn="ctr">
                <a:lnSpc>
                  <a:spcPts val="3223"/>
                </a:lnSpc>
              </a:pPr>
              <a:endParaRPr/>
            </a:p>
          </p:txBody>
        </p:sp>
      </p:grpSp>
      <p:grpSp>
        <p:nvGrpSpPr>
          <p:cNvPr id="17" name="Group 17"/>
          <p:cNvGrpSpPr/>
          <p:nvPr/>
        </p:nvGrpSpPr>
        <p:grpSpPr>
          <a:xfrm>
            <a:off x="9347531" y="3857614"/>
            <a:ext cx="5729748" cy="3408933"/>
            <a:chOff x="0" y="0"/>
            <a:chExt cx="1509069" cy="897826"/>
          </a:xfrm>
        </p:grpSpPr>
        <p:sp>
          <p:nvSpPr>
            <p:cNvPr id="18" name="Freeform 18"/>
            <p:cNvSpPr/>
            <p:nvPr/>
          </p:nvSpPr>
          <p:spPr>
            <a:xfrm>
              <a:off x="0" y="0"/>
              <a:ext cx="1509069" cy="897826"/>
            </a:xfrm>
            <a:custGeom>
              <a:avLst/>
              <a:gdLst/>
              <a:ahLst/>
              <a:cxnLst/>
              <a:rect l="l" t="t" r="r" b="b"/>
              <a:pathLst>
                <a:path w="1509069" h="897826">
                  <a:moveTo>
                    <a:pt x="0" y="0"/>
                  </a:moveTo>
                  <a:lnTo>
                    <a:pt x="1509069" y="0"/>
                  </a:lnTo>
                  <a:lnTo>
                    <a:pt x="1509069" y="897826"/>
                  </a:lnTo>
                  <a:lnTo>
                    <a:pt x="0" y="897826"/>
                  </a:lnTo>
                  <a:close/>
                </a:path>
              </a:pathLst>
            </a:custGeom>
            <a:solidFill>
              <a:srgbClr val="000000">
                <a:alpha val="0"/>
              </a:srgbClr>
            </a:solidFill>
            <a:ln w="38100" cap="sq">
              <a:solidFill>
                <a:srgbClr val="000000"/>
              </a:solidFill>
              <a:prstDash val="solid"/>
              <a:miter/>
            </a:ln>
          </p:spPr>
        </p:sp>
        <p:sp>
          <p:nvSpPr>
            <p:cNvPr id="19" name="TextBox 19"/>
            <p:cNvSpPr txBox="1"/>
            <p:nvPr/>
          </p:nvSpPr>
          <p:spPr>
            <a:xfrm>
              <a:off x="0" y="-57150"/>
              <a:ext cx="1509069" cy="954976"/>
            </a:xfrm>
            <a:prstGeom prst="rect">
              <a:avLst/>
            </a:prstGeom>
          </p:spPr>
          <p:txBody>
            <a:bodyPr lIns="50800" tIns="50800" rIns="50800" bIns="50800" rtlCol="0" anchor="ctr"/>
            <a:lstStyle/>
            <a:p>
              <a:pPr algn="ctr">
                <a:lnSpc>
                  <a:spcPts val="3223"/>
                </a:lnSpc>
              </a:pPr>
              <a:endParaRPr/>
            </a:p>
          </p:txBody>
        </p:sp>
      </p:grpSp>
      <p:grpSp>
        <p:nvGrpSpPr>
          <p:cNvPr id="20" name="Group 20"/>
          <p:cNvGrpSpPr/>
          <p:nvPr/>
        </p:nvGrpSpPr>
        <p:grpSpPr>
          <a:xfrm>
            <a:off x="6028722" y="1241246"/>
            <a:ext cx="6183684" cy="1030616"/>
            <a:chOff x="0" y="0"/>
            <a:chExt cx="1860879" cy="310147"/>
          </a:xfrm>
        </p:grpSpPr>
        <p:sp>
          <p:nvSpPr>
            <p:cNvPr id="21" name="Freeform 21"/>
            <p:cNvSpPr/>
            <p:nvPr/>
          </p:nvSpPr>
          <p:spPr>
            <a:xfrm>
              <a:off x="0" y="0"/>
              <a:ext cx="1860879" cy="310147"/>
            </a:xfrm>
            <a:custGeom>
              <a:avLst/>
              <a:gdLst/>
              <a:ahLst/>
              <a:cxnLst/>
              <a:rect l="l" t="t" r="r" b="b"/>
              <a:pathLst>
                <a:path w="1860879" h="310147">
                  <a:moveTo>
                    <a:pt x="0" y="0"/>
                  </a:moveTo>
                  <a:lnTo>
                    <a:pt x="1860879" y="0"/>
                  </a:lnTo>
                  <a:lnTo>
                    <a:pt x="1860879"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22" name="TextBox 22"/>
            <p:cNvSpPr txBox="1"/>
            <p:nvPr/>
          </p:nvSpPr>
          <p:spPr>
            <a:xfrm>
              <a:off x="0" y="-57150"/>
              <a:ext cx="1860879" cy="367297"/>
            </a:xfrm>
            <a:prstGeom prst="rect">
              <a:avLst/>
            </a:prstGeom>
          </p:spPr>
          <p:txBody>
            <a:bodyPr lIns="50800" tIns="50800" rIns="50800" bIns="50800" rtlCol="0" anchor="ctr"/>
            <a:lstStyle/>
            <a:p>
              <a:pPr algn="ctr">
                <a:lnSpc>
                  <a:spcPts val="3223"/>
                </a:lnSpc>
              </a:pPr>
              <a:endParaRPr/>
            </a:p>
          </p:txBody>
        </p:sp>
      </p:grpSp>
      <p:sp>
        <p:nvSpPr>
          <p:cNvPr id="23" name="AutoShape 23"/>
          <p:cNvSpPr/>
          <p:nvPr/>
        </p:nvSpPr>
        <p:spPr>
          <a:xfrm>
            <a:off x="7891929" y="2865355"/>
            <a:ext cx="2504141" cy="0"/>
          </a:xfrm>
          <a:prstGeom prst="line">
            <a:avLst/>
          </a:prstGeom>
          <a:ln w="114300" cap="rnd">
            <a:solidFill>
              <a:srgbClr val="000000"/>
            </a:solidFill>
            <a:prstDash val="sysDot"/>
            <a:headEnd type="none" w="sm" len="sm"/>
            <a:tailEnd type="none" w="sm" len="sm"/>
          </a:ln>
        </p:spPr>
      </p:sp>
      <p:sp>
        <p:nvSpPr>
          <p:cNvPr id="24" name="AutoShape 24"/>
          <p:cNvSpPr/>
          <p:nvPr/>
        </p:nvSpPr>
        <p:spPr>
          <a:xfrm>
            <a:off x="7884175" y="8323822"/>
            <a:ext cx="2504141" cy="0"/>
          </a:xfrm>
          <a:prstGeom prst="line">
            <a:avLst/>
          </a:prstGeom>
          <a:ln w="114300" cap="rnd">
            <a:solidFill>
              <a:srgbClr val="000000"/>
            </a:solidFill>
            <a:prstDash val="sysDot"/>
            <a:headEnd type="none" w="sm" len="sm"/>
            <a:tailEnd type="none" w="sm" len="sm"/>
          </a:ln>
        </p:spPr>
      </p:sp>
      <p:grpSp>
        <p:nvGrpSpPr>
          <p:cNvPr id="25" name="Group 25"/>
          <p:cNvGrpSpPr/>
          <p:nvPr/>
        </p:nvGrpSpPr>
        <p:grpSpPr>
          <a:xfrm>
            <a:off x="4875863" y="3558515"/>
            <a:ext cx="2305717" cy="598197"/>
            <a:chOff x="0" y="0"/>
            <a:chExt cx="1348510" cy="349858"/>
          </a:xfrm>
        </p:grpSpPr>
        <p:sp>
          <p:nvSpPr>
            <p:cNvPr id="26" name="Freeform 26"/>
            <p:cNvSpPr/>
            <p:nvPr/>
          </p:nvSpPr>
          <p:spPr>
            <a:xfrm>
              <a:off x="0" y="0"/>
              <a:ext cx="1348510" cy="349858"/>
            </a:xfrm>
            <a:custGeom>
              <a:avLst/>
              <a:gdLst/>
              <a:ahLst/>
              <a:cxnLst/>
              <a:rect l="l" t="t" r="r" b="b"/>
              <a:pathLst>
                <a:path w="1348510" h="349858">
                  <a:moveTo>
                    <a:pt x="0" y="0"/>
                  </a:moveTo>
                  <a:lnTo>
                    <a:pt x="1348510" y="0"/>
                  </a:lnTo>
                  <a:lnTo>
                    <a:pt x="1348510" y="349858"/>
                  </a:lnTo>
                  <a:lnTo>
                    <a:pt x="0" y="349858"/>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27" name="TextBox 27"/>
            <p:cNvSpPr txBox="1"/>
            <p:nvPr/>
          </p:nvSpPr>
          <p:spPr>
            <a:xfrm>
              <a:off x="0" y="-57150"/>
              <a:ext cx="1348510" cy="407008"/>
            </a:xfrm>
            <a:prstGeom prst="rect">
              <a:avLst/>
            </a:prstGeom>
          </p:spPr>
          <p:txBody>
            <a:bodyPr lIns="50800" tIns="50800" rIns="50800" bIns="50800" rtlCol="0" anchor="ctr"/>
            <a:lstStyle/>
            <a:p>
              <a:pPr algn="ctr">
                <a:lnSpc>
                  <a:spcPts val="3223"/>
                </a:lnSpc>
              </a:pPr>
              <a:endParaRPr/>
            </a:p>
          </p:txBody>
        </p:sp>
      </p:grpSp>
      <p:grpSp>
        <p:nvGrpSpPr>
          <p:cNvPr id="28" name="Group 28"/>
          <p:cNvGrpSpPr/>
          <p:nvPr/>
        </p:nvGrpSpPr>
        <p:grpSpPr>
          <a:xfrm>
            <a:off x="11059547" y="3558515"/>
            <a:ext cx="2305717" cy="598197"/>
            <a:chOff x="0" y="0"/>
            <a:chExt cx="1348510" cy="349858"/>
          </a:xfrm>
        </p:grpSpPr>
        <p:sp>
          <p:nvSpPr>
            <p:cNvPr id="29" name="Freeform 29"/>
            <p:cNvSpPr/>
            <p:nvPr/>
          </p:nvSpPr>
          <p:spPr>
            <a:xfrm>
              <a:off x="0" y="0"/>
              <a:ext cx="1348510" cy="349858"/>
            </a:xfrm>
            <a:custGeom>
              <a:avLst/>
              <a:gdLst/>
              <a:ahLst/>
              <a:cxnLst/>
              <a:rect l="l" t="t" r="r" b="b"/>
              <a:pathLst>
                <a:path w="1348510" h="349858">
                  <a:moveTo>
                    <a:pt x="0" y="0"/>
                  </a:moveTo>
                  <a:lnTo>
                    <a:pt x="1348510" y="0"/>
                  </a:lnTo>
                  <a:lnTo>
                    <a:pt x="1348510" y="349858"/>
                  </a:lnTo>
                  <a:lnTo>
                    <a:pt x="0" y="349858"/>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30" name="TextBox 30"/>
            <p:cNvSpPr txBox="1"/>
            <p:nvPr/>
          </p:nvSpPr>
          <p:spPr>
            <a:xfrm>
              <a:off x="0" y="-57150"/>
              <a:ext cx="1348510" cy="407008"/>
            </a:xfrm>
            <a:prstGeom prst="rect">
              <a:avLst/>
            </a:prstGeom>
          </p:spPr>
          <p:txBody>
            <a:bodyPr lIns="50800" tIns="50800" rIns="50800" bIns="50800" rtlCol="0" anchor="ctr"/>
            <a:lstStyle/>
            <a:p>
              <a:pPr algn="ctr">
                <a:lnSpc>
                  <a:spcPts val="3223"/>
                </a:lnSpc>
              </a:pPr>
              <a:endParaRPr/>
            </a:p>
          </p:txBody>
        </p:sp>
      </p:grpSp>
      <p:sp>
        <p:nvSpPr>
          <p:cNvPr id="31" name="TextBox 31"/>
          <p:cNvSpPr txBox="1"/>
          <p:nvPr/>
        </p:nvSpPr>
        <p:spPr>
          <a:xfrm>
            <a:off x="3597115" y="4326577"/>
            <a:ext cx="4956960" cy="175577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000000"/>
                </a:solidFill>
                <a:latin typeface="Poppins"/>
                <a:ea typeface="Poppins"/>
                <a:cs typeface="Poppins"/>
                <a:sym typeface="Poppins"/>
              </a:rPr>
              <a:t>HTML</a:t>
            </a:r>
          </a:p>
          <a:p>
            <a:pPr marL="539749" lvl="1" indent="-269875" algn="l">
              <a:lnSpc>
                <a:spcPts val="3499"/>
              </a:lnSpc>
              <a:buFont typeface="Arial"/>
              <a:buChar char="•"/>
            </a:pPr>
            <a:r>
              <a:rPr lang="en-US" sz="2499">
                <a:solidFill>
                  <a:srgbClr val="000000"/>
                </a:solidFill>
                <a:latin typeface="Poppins"/>
                <a:ea typeface="Poppins"/>
                <a:cs typeface="Poppins"/>
                <a:sym typeface="Poppins"/>
              </a:rPr>
              <a:t>CSS</a:t>
            </a:r>
          </a:p>
          <a:p>
            <a:pPr marL="539749" lvl="1" indent="-269875" algn="l">
              <a:lnSpc>
                <a:spcPts val="3499"/>
              </a:lnSpc>
              <a:buFont typeface="Arial"/>
              <a:buChar char="•"/>
            </a:pPr>
            <a:r>
              <a:rPr lang="en-US" sz="2499">
                <a:solidFill>
                  <a:srgbClr val="000000"/>
                </a:solidFill>
                <a:latin typeface="Poppins"/>
                <a:ea typeface="Poppins"/>
                <a:cs typeface="Poppins"/>
                <a:sym typeface="Poppins"/>
              </a:rPr>
              <a:t>JavaScript</a:t>
            </a:r>
          </a:p>
          <a:p>
            <a:pPr marL="539749" lvl="1" indent="-269875" algn="l">
              <a:lnSpc>
                <a:spcPts val="3499"/>
              </a:lnSpc>
              <a:buFont typeface="Arial"/>
              <a:buChar char="•"/>
            </a:pPr>
            <a:r>
              <a:rPr lang="en-US" sz="2499">
                <a:solidFill>
                  <a:srgbClr val="000000"/>
                </a:solidFill>
                <a:latin typeface="Poppins"/>
                <a:ea typeface="Poppins"/>
                <a:cs typeface="Poppins"/>
                <a:sym typeface="Poppins"/>
              </a:rPr>
              <a:t>React + Vite</a:t>
            </a:r>
          </a:p>
        </p:txBody>
      </p:sp>
      <p:sp>
        <p:nvSpPr>
          <p:cNvPr id="32" name="TextBox 32"/>
          <p:cNvSpPr txBox="1"/>
          <p:nvPr/>
        </p:nvSpPr>
        <p:spPr>
          <a:xfrm>
            <a:off x="9733925" y="4326577"/>
            <a:ext cx="4956960" cy="175577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000000"/>
                </a:solidFill>
                <a:latin typeface="Poppins"/>
                <a:ea typeface="Poppins"/>
                <a:cs typeface="Poppins"/>
                <a:sym typeface="Poppins"/>
              </a:rPr>
              <a:t>Node</a:t>
            </a:r>
          </a:p>
          <a:p>
            <a:pPr marL="539749" lvl="1" indent="-269875" algn="l">
              <a:lnSpc>
                <a:spcPts val="3499"/>
              </a:lnSpc>
              <a:buFont typeface="Arial"/>
              <a:buChar char="•"/>
            </a:pPr>
            <a:r>
              <a:rPr lang="en-US" sz="2499">
                <a:solidFill>
                  <a:srgbClr val="000000"/>
                </a:solidFill>
                <a:latin typeface="Poppins"/>
                <a:ea typeface="Poppins"/>
                <a:cs typeface="Poppins"/>
                <a:sym typeface="Poppins"/>
              </a:rPr>
              <a:t>Express</a:t>
            </a:r>
          </a:p>
          <a:p>
            <a:pPr marL="539749" lvl="1" indent="-269875" algn="l">
              <a:lnSpc>
                <a:spcPts val="3499"/>
              </a:lnSpc>
              <a:buFont typeface="Arial"/>
              <a:buChar char="•"/>
            </a:pPr>
            <a:r>
              <a:rPr lang="en-US" sz="2499">
                <a:solidFill>
                  <a:srgbClr val="000000"/>
                </a:solidFill>
                <a:latin typeface="Poppins"/>
                <a:ea typeface="Poppins"/>
                <a:cs typeface="Poppins"/>
                <a:sym typeface="Poppins"/>
              </a:rPr>
              <a:t>MongoDB</a:t>
            </a:r>
          </a:p>
          <a:p>
            <a:pPr algn="l">
              <a:lnSpc>
                <a:spcPts val="3499"/>
              </a:lnSpc>
            </a:pPr>
            <a:endParaRPr lang="en-US" sz="2499">
              <a:solidFill>
                <a:srgbClr val="000000"/>
              </a:solidFill>
              <a:latin typeface="Poppins"/>
              <a:ea typeface="Poppins"/>
              <a:cs typeface="Poppins"/>
              <a:sym typeface="Poppins"/>
            </a:endParaRPr>
          </a:p>
        </p:txBody>
      </p:sp>
      <p:sp>
        <p:nvSpPr>
          <p:cNvPr id="33" name="TextBox 33"/>
          <p:cNvSpPr txBox="1"/>
          <p:nvPr/>
        </p:nvSpPr>
        <p:spPr>
          <a:xfrm>
            <a:off x="6311097" y="1281534"/>
            <a:ext cx="5727997" cy="816718"/>
          </a:xfrm>
          <a:prstGeom prst="rect">
            <a:avLst/>
          </a:prstGeom>
        </p:spPr>
        <p:txBody>
          <a:bodyPr lIns="0" tIns="0" rIns="0" bIns="0" rtlCol="0" anchor="t">
            <a:spAutoFit/>
          </a:bodyPr>
          <a:lstStyle/>
          <a:p>
            <a:pPr algn="ctr">
              <a:lnSpc>
                <a:spcPts val="6320"/>
              </a:lnSpc>
              <a:spcBef>
                <a:spcPct val="0"/>
              </a:spcBef>
            </a:pPr>
            <a:r>
              <a:rPr lang="en-US" sz="4514" b="1">
                <a:solidFill>
                  <a:srgbClr val="FFFFFF"/>
                </a:solidFill>
                <a:latin typeface="Poppins Bold"/>
                <a:ea typeface="Poppins Bold"/>
                <a:cs typeface="Poppins Bold"/>
                <a:sym typeface="Poppins Bold"/>
              </a:rPr>
              <a:t>TECHNOLOGY USED</a:t>
            </a:r>
          </a:p>
        </p:txBody>
      </p:sp>
      <p:sp>
        <p:nvSpPr>
          <p:cNvPr id="34" name="TextBox 34"/>
          <p:cNvSpPr txBox="1"/>
          <p:nvPr/>
        </p:nvSpPr>
        <p:spPr>
          <a:xfrm>
            <a:off x="5000695" y="3577579"/>
            <a:ext cx="2056052" cy="483870"/>
          </a:xfrm>
          <a:prstGeom prst="rect">
            <a:avLst/>
          </a:prstGeom>
        </p:spPr>
        <p:txBody>
          <a:bodyPr lIns="0" tIns="0" rIns="0" bIns="0" rtlCol="0" anchor="t">
            <a:spAutoFit/>
          </a:bodyPr>
          <a:lstStyle/>
          <a:p>
            <a:pPr marL="0" lvl="0" indent="0" algn="ctr">
              <a:lnSpc>
                <a:spcPts val="3779"/>
              </a:lnSpc>
              <a:spcBef>
                <a:spcPct val="0"/>
              </a:spcBef>
            </a:pPr>
            <a:r>
              <a:rPr lang="en-US" sz="2700" b="1">
                <a:solidFill>
                  <a:srgbClr val="FFFFFF"/>
                </a:solidFill>
                <a:latin typeface="Poppins Bold"/>
                <a:ea typeface="Poppins Bold"/>
                <a:cs typeface="Poppins Bold"/>
                <a:sym typeface="Poppins Bold"/>
              </a:rPr>
              <a:t>FRONTEND</a:t>
            </a:r>
          </a:p>
        </p:txBody>
      </p:sp>
      <p:sp>
        <p:nvSpPr>
          <p:cNvPr id="35" name="TextBox 35"/>
          <p:cNvSpPr txBox="1"/>
          <p:nvPr/>
        </p:nvSpPr>
        <p:spPr>
          <a:xfrm>
            <a:off x="11184379" y="3577579"/>
            <a:ext cx="2056052" cy="483870"/>
          </a:xfrm>
          <a:prstGeom prst="rect">
            <a:avLst/>
          </a:prstGeom>
        </p:spPr>
        <p:txBody>
          <a:bodyPr lIns="0" tIns="0" rIns="0" bIns="0" rtlCol="0" anchor="t">
            <a:spAutoFit/>
          </a:bodyPr>
          <a:lstStyle/>
          <a:p>
            <a:pPr marL="0" lvl="0" indent="0" algn="ctr">
              <a:lnSpc>
                <a:spcPts val="3779"/>
              </a:lnSpc>
              <a:spcBef>
                <a:spcPct val="0"/>
              </a:spcBef>
            </a:pPr>
            <a:r>
              <a:rPr lang="en-US" sz="2700" b="1">
                <a:solidFill>
                  <a:srgbClr val="FFFFFF"/>
                </a:solidFill>
                <a:latin typeface="Poppins Bold"/>
                <a:ea typeface="Poppins Bold"/>
                <a:cs typeface="Poppins Bold"/>
                <a:sym typeface="Poppins Bold"/>
              </a:rPr>
              <a:t>BACKEND</a:t>
            </a:r>
          </a:p>
        </p:txBody>
      </p:sp>
      <p:sp>
        <p:nvSpPr>
          <p:cNvPr id="36" name="TextBox 36"/>
          <p:cNvSpPr txBox="1"/>
          <p:nvPr/>
        </p:nvSpPr>
        <p:spPr>
          <a:xfrm>
            <a:off x="4071033" y="9327060"/>
            <a:ext cx="10132128" cy="398721"/>
          </a:xfrm>
          <a:prstGeom prst="rect">
            <a:avLst/>
          </a:prstGeom>
        </p:spPr>
        <p:txBody>
          <a:bodyPr lIns="0" tIns="0" rIns="0" bIns="0" rtlCol="0" anchor="t">
            <a:spAutoFit/>
          </a:bodyPr>
          <a:lstStyle/>
          <a:p>
            <a:pPr algn="ctr">
              <a:lnSpc>
                <a:spcPts val="3223"/>
              </a:lnSpc>
              <a:spcBef>
                <a:spcPct val="0"/>
              </a:spcBef>
            </a:pPr>
            <a:r>
              <a:rPr lang="en-US" sz="2302" u="sng">
                <a:solidFill>
                  <a:srgbClr val="000000"/>
                </a:solidFill>
                <a:latin typeface="Poppins"/>
                <a:ea typeface="Poppins"/>
                <a:cs typeface="Poppins"/>
                <a:sym typeface="Poppins"/>
                <a:hlinkClick r:id="rId12" tooltip="https://trackplace.preview.emergentagent.com"/>
              </a:rPr>
              <a:t>https://trackplace.preview.emergentagent.com/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2" name="Freeform 2"/>
          <p:cNvSpPr/>
          <p:nvPr/>
        </p:nvSpPr>
        <p:spPr>
          <a:xfrm>
            <a:off x="15412587" y="7414263"/>
            <a:ext cx="3075969" cy="3075969"/>
          </a:xfrm>
          <a:custGeom>
            <a:avLst/>
            <a:gdLst/>
            <a:ahLst/>
            <a:cxnLst/>
            <a:rect l="l" t="t" r="r" b="b"/>
            <a:pathLst>
              <a:path w="3075969" h="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198113" y="-375135"/>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918901" y="7920577"/>
            <a:ext cx="2450523" cy="2450523"/>
          </a:xfrm>
          <a:custGeom>
            <a:avLst/>
            <a:gdLst/>
            <a:ahLst/>
            <a:cxnLst/>
            <a:rect l="l" t="t" r="r" b="b"/>
            <a:pathLst>
              <a:path w="2450523" h="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a:off x="-69201" y="-246222"/>
            <a:ext cx="2651689" cy="2651689"/>
          </a:xfrm>
          <a:custGeom>
            <a:avLst/>
            <a:gdLst/>
            <a:ahLst/>
            <a:cxnLst/>
            <a:rect l="l" t="t" r="r" b="b"/>
            <a:pathLst>
              <a:path w="2651689" h="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2700000">
            <a:off x="16750015" y="5360938"/>
            <a:ext cx="3075969" cy="3075969"/>
          </a:xfrm>
          <a:custGeom>
            <a:avLst/>
            <a:gdLst/>
            <a:ahLst/>
            <a:cxnLst/>
            <a:rect l="l" t="t" r="r" b="b"/>
            <a:pathLst>
              <a:path w="3075969" h="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8100000">
            <a:off x="-1664239" y="1924527"/>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7440198" y="9460152"/>
            <a:ext cx="1658065" cy="1639977"/>
          </a:xfrm>
          <a:custGeom>
            <a:avLst/>
            <a:gdLst/>
            <a:ahLst/>
            <a:cxnLst/>
            <a:rect l="l" t="t" r="r" b="b"/>
            <a:pathLst>
              <a:path w="1658065" h="1639977">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10800000">
            <a:off x="-857871" y="-1035099"/>
            <a:ext cx="1794177" cy="1774605"/>
          </a:xfrm>
          <a:custGeom>
            <a:avLst/>
            <a:gdLst/>
            <a:ahLst/>
            <a:cxnLst/>
            <a:rect l="l" t="t" r="r" b="b"/>
            <a:pathLst>
              <a:path w="1794177" h="1774605">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16757558" y="9002084"/>
            <a:ext cx="1180071" cy="143754"/>
          </a:xfrm>
          <a:custGeom>
            <a:avLst/>
            <a:gdLst/>
            <a:ahLst/>
            <a:cxnLst/>
            <a:rect l="l" t="t" r="r" b="b"/>
            <a:pathLst>
              <a:path w="1180071" h="143754">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rot="-10800000">
            <a:off x="398041" y="1079622"/>
            <a:ext cx="1276944" cy="155555"/>
          </a:xfrm>
          <a:custGeom>
            <a:avLst/>
            <a:gdLst/>
            <a:ahLst/>
            <a:cxnLst/>
            <a:rect l="l" t="t" r="r" b="b"/>
            <a:pathLst>
              <a:path w="1276944" h="155555">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638447" y="9343447"/>
            <a:ext cx="1432702" cy="442835"/>
          </a:xfrm>
          <a:custGeom>
            <a:avLst/>
            <a:gdLst/>
            <a:ahLst/>
            <a:cxnLst/>
            <a:rect l="l" t="t" r="r" b="b"/>
            <a:pathLst>
              <a:path w="1432702" h="442835">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flipH="1">
            <a:off x="16216852" y="500718"/>
            <a:ext cx="1432702" cy="442835"/>
          </a:xfrm>
          <a:custGeom>
            <a:avLst/>
            <a:gdLst/>
            <a:ahLst/>
            <a:cxnLst/>
            <a:rect l="l" t="t" r="r" b="b"/>
            <a:pathLst>
              <a:path w="1432702" h="442835">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14" name="Group 14"/>
          <p:cNvGrpSpPr/>
          <p:nvPr/>
        </p:nvGrpSpPr>
        <p:grpSpPr>
          <a:xfrm>
            <a:off x="2342312" y="3729248"/>
            <a:ext cx="4410488" cy="3940997"/>
            <a:chOff x="0" y="0"/>
            <a:chExt cx="1161610" cy="1037958"/>
          </a:xfrm>
        </p:grpSpPr>
        <p:sp>
          <p:nvSpPr>
            <p:cNvPr id="15" name="Freeform 15"/>
            <p:cNvSpPr/>
            <p:nvPr/>
          </p:nvSpPr>
          <p:spPr>
            <a:xfrm>
              <a:off x="0" y="0"/>
              <a:ext cx="1161610" cy="1037958"/>
            </a:xfrm>
            <a:custGeom>
              <a:avLst/>
              <a:gdLst/>
              <a:ahLst/>
              <a:cxnLst/>
              <a:rect l="l" t="t" r="r" b="b"/>
              <a:pathLst>
                <a:path w="1161610" h="1037958">
                  <a:moveTo>
                    <a:pt x="0" y="0"/>
                  </a:moveTo>
                  <a:lnTo>
                    <a:pt x="1161610" y="0"/>
                  </a:lnTo>
                  <a:lnTo>
                    <a:pt x="1161610" y="1037958"/>
                  </a:lnTo>
                  <a:lnTo>
                    <a:pt x="0" y="1037958"/>
                  </a:lnTo>
                  <a:close/>
                </a:path>
              </a:pathLst>
            </a:custGeom>
            <a:solidFill>
              <a:srgbClr val="000000">
                <a:alpha val="0"/>
              </a:srgbClr>
            </a:solidFill>
            <a:ln w="38100" cap="sq">
              <a:solidFill>
                <a:srgbClr val="000000"/>
              </a:solidFill>
              <a:prstDash val="solid"/>
              <a:miter/>
            </a:ln>
          </p:spPr>
        </p:sp>
        <p:sp>
          <p:nvSpPr>
            <p:cNvPr id="16" name="TextBox 16"/>
            <p:cNvSpPr txBox="1"/>
            <p:nvPr/>
          </p:nvSpPr>
          <p:spPr>
            <a:xfrm>
              <a:off x="0" y="-57150"/>
              <a:ext cx="1161610" cy="1095108"/>
            </a:xfrm>
            <a:prstGeom prst="rect">
              <a:avLst/>
            </a:prstGeom>
          </p:spPr>
          <p:txBody>
            <a:bodyPr lIns="50800" tIns="50800" rIns="50800" bIns="50800" rtlCol="0" anchor="ctr"/>
            <a:lstStyle/>
            <a:p>
              <a:pPr algn="ctr">
                <a:lnSpc>
                  <a:spcPts val="3223"/>
                </a:lnSpc>
              </a:pPr>
              <a:endParaRPr/>
            </a:p>
          </p:txBody>
        </p:sp>
      </p:grpSp>
      <p:grpSp>
        <p:nvGrpSpPr>
          <p:cNvPr id="17" name="Group 17"/>
          <p:cNvGrpSpPr/>
          <p:nvPr/>
        </p:nvGrpSpPr>
        <p:grpSpPr>
          <a:xfrm>
            <a:off x="11535201" y="3729248"/>
            <a:ext cx="4410488" cy="3940997"/>
            <a:chOff x="0" y="0"/>
            <a:chExt cx="1161610" cy="1037958"/>
          </a:xfrm>
        </p:grpSpPr>
        <p:sp>
          <p:nvSpPr>
            <p:cNvPr id="18" name="Freeform 18"/>
            <p:cNvSpPr/>
            <p:nvPr/>
          </p:nvSpPr>
          <p:spPr>
            <a:xfrm>
              <a:off x="0" y="0"/>
              <a:ext cx="1161610" cy="1037958"/>
            </a:xfrm>
            <a:custGeom>
              <a:avLst/>
              <a:gdLst/>
              <a:ahLst/>
              <a:cxnLst/>
              <a:rect l="l" t="t" r="r" b="b"/>
              <a:pathLst>
                <a:path w="1161610" h="1037958">
                  <a:moveTo>
                    <a:pt x="0" y="0"/>
                  </a:moveTo>
                  <a:lnTo>
                    <a:pt x="1161610" y="0"/>
                  </a:lnTo>
                  <a:lnTo>
                    <a:pt x="1161610" y="1037958"/>
                  </a:lnTo>
                  <a:lnTo>
                    <a:pt x="0" y="1037958"/>
                  </a:lnTo>
                  <a:close/>
                </a:path>
              </a:pathLst>
            </a:custGeom>
            <a:solidFill>
              <a:srgbClr val="000000">
                <a:alpha val="0"/>
              </a:srgbClr>
            </a:solidFill>
            <a:ln w="38100" cap="sq">
              <a:solidFill>
                <a:srgbClr val="000000"/>
              </a:solidFill>
              <a:prstDash val="solid"/>
              <a:miter/>
            </a:ln>
          </p:spPr>
        </p:sp>
        <p:sp>
          <p:nvSpPr>
            <p:cNvPr id="19" name="TextBox 19"/>
            <p:cNvSpPr txBox="1"/>
            <p:nvPr/>
          </p:nvSpPr>
          <p:spPr>
            <a:xfrm>
              <a:off x="0" y="-57150"/>
              <a:ext cx="1161610" cy="1095108"/>
            </a:xfrm>
            <a:prstGeom prst="rect">
              <a:avLst/>
            </a:prstGeom>
          </p:spPr>
          <p:txBody>
            <a:bodyPr lIns="50800" tIns="50800" rIns="50800" bIns="50800" rtlCol="0" anchor="ctr"/>
            <a:lstStyle/>
            <a:p>
              <a:pPr algn="ctr">
                <a:lnSpc>
                  <a:spcPts val="3223"/>
                </a:lnSpc>
              </a:pPr>
              <a:endParaRPr/>
            </a:p>
          </p:txBody>
        </p:sp>
      </p:grpSp>
      <p:grpSp>
        <p:nvGrpSpPr>
          <p:cNvPr id="20" name="Group 20"/>
          <p:cNvGrpSpPr/>
          <p:nvPr/>
        </p:nvGrpSpPr>
        <p:grpSpPr>
          <a:xfrm>
            <a:off x="6938756" y="3729248"/>
            <a:ext cx="4410488" cy="3940997"/>
            <a:chOff x="0" y="0"/>
            <a:chExt cx="1161610" cy="1037958"/>
          </a:xfrm>
        </p:grpSpPr>
        <p:sp>
          <p:nvSpPr>
            <p:cNvPr id="21" name="Freeform 21"/>
            <p:cNvSpPr/>
            <p:nvPr/>
          </p:nvSpPr>
          <p:spPr>
            <a:xfrm>
              <a:off x="0" y="0"/>
              <a:ext cx="1161610" cy="1037958"/>
            </a:xfrm>
            <a:custGeom>
              <a:avLst/>
              <a:gdLst/>
              <a:ahLst/>
              <a:cxnLst/>
              <a:rect l="l" t="t" r="r" b="b"/>
              <a:pathLst>
                <a:path w="1161610" h="1037958">
                  <a:moveTo>
                    <a:pt x="0" y="0"/>
                  </a:moveTo>
                  <a:lnTo>
                    <a:pt x="1161610" y="0"/>
                  </a:lnTo>
                  <a:lnTo>
                    <a:pt x="1161610" y="1037958"/>
                  </a:lnTo>
                  <a:lnTo>
                    <a:pt x="0" y="1037958"/>
                  </a:lnTo>
                  <a:close/>
                </a:path>
              </a:pathLst>
            </a:custGeom>
            <a:solidFill>
              <a:srgbClr val="000000">
                <a:alpha val="0"/>
              </a:srgbClr>
            </a:solidFill>
            <a:ln w="38100" cap="sq">
              <a:solidFill>
                <a:srgbClr val="000000"/>
              </a:solidFill>
              <a:prstDash val="solid"/>
              <a:miter/>
            </a:ln>
          </p:spPr>
        </p:sp>
        <p:sp>
          <p:nvSpPr>
            <p:cNvPr id="22" name="TextBox 22"/>
            <p:cNvSpPr txBox="1"/>
            <p:nvPr/>
          </p:nvSpPr>
          <p:spPr>
            <a:xfrm>
              <a:off x="0" y="-57150"/>
              <a:ext cx="1161610" cy="1095108"/>
            </a:xfrm>
            <a:prstGeom prst="rect">
              <a:avLst/>
            </a:prstGeom>
          </p:spPr>
          <p:txBody>
            <a:bodyPr lIns="50800" tIns="50800" rIns="50800" bIns="50800" rtlCol="0" anchor="ctr"/>
            <a:lstStyle/>
            <a:p>
              <a:pPr algn="ctr">
                <a:lnSpc>
                  <a:spcPts val="3223"/>
                </a:lnSpc>
              </a:pPr>
              <a:endParaRPr/>
            </a:p>
          </p:txBody>
        </p:sp>
      </p:grpSp>
      <p:sp>
        <p:nvSpPr>
          <p:cNvPr id="23" name="TextBox 23"/>
          <p:cNvSpPr txBox="1"/>
          <p:nvPr/>
        </p:nvSpPr>
        <p:spPr>
          <a:xfrm>
            <a:off x="7198419" y="4200507"/>
            <a:ext cx="3866565" cy="2399030"/>
          </a:xfrm>
          <a:prstGeom prst="rect">
            <a:avLst/>
          </a:prstGeom>
        </p:spPr>
        <p:txBody>
          <a:bodyPr lIns="0" tIns="0" rIns="0" bIns="0" rtlCol="0" anchor="t">
            <a:spAutoFit/>
          </a:bodyPr>
          <a:lstStyle/>
          <a:p>
            <a:pPr marL="496571" lvl="1" indent="-248285" algn="l">
              <a:lnSpc>
                <a:spcPts val="3220"/>
              </a:lnSpc>
              <a:buFont typeface="Arial"/>
              <a:buChar char="•"/>
            </a:pPr>
            <a:r>
              <a:rPr lang="en-US" sz="2300">
                <a:solidFill>
                  <a:srgbClr val="000000"/>
                </a:solidFill>
                <a:latin typeface="Poppins"/>
                <a:ea typeface="Poppins"/>
                <a:cs typeface="Poppins"/>
                <a:sym typeface="Poppins"/>
              </a:rPr>
              <a:t>Register</a:t>
            </a:r>
          </a:p>
          <a:p>
            <a:pPr marL="496571" lvl="1" indent="-248285" algn="l">
              <a:lnSpc>
                <a:spcPts val="3220"/>
              </a:lnSpc>
              <a:buFont typeface="Arial"/>
              <a:buChar char="•"/>
            </a:pPr>
            <a:r>
              <a:rPr lang="en-US" sz="2300">
                <a:solidFill>
                  <a:srgbClr val="000000"/>
                </a:solidFill>
                <a:latin typeface="Poppins"/>
                <a:ea typeface="Poppins"/>
                <a:cs typeface="Poppins"/>
                <a:sym typeface="Poppins"/>
              </a:rPr>
              <a:t>Login</a:t>
            </a:r>
          </a:p>
          <a:p>
            <a:pPr marL="496571" lvl="1" indent="-248285" algn="l">
              <a:lnSpc>
                <a:spcPts val="3220"/>
              </a:lnSpc>
              <a:buFont typeface="Arial"/>
              <a:buChar char="•"/>
            </a:pPr>
            <a:r>
              <a:rPr lang="en-US" sz="2300">
                <a:solidFill>
                  <a:srgbClr val="000000"/>
                </a:solidFill>
                <a:latin typeface="Poppins"/>
                <a:ea typeface="Poppins"/>
                <a:cs typeface="Poppins"/>
                <a:sym typeface="Poppins"/>
              </a:rPr>
              <a:t>View Student</a:t>
            </a:r>
          </a:p>
          <a:p>
            <a:pPr marL="496571" lvl="1" indent="-248285" algn="l">
              <a:lnSpc>
                <a:spcPts val="3220"/>
              </a:lnSpc>
              <a:buFont typeface="Arial"/>
              <a:buChar char="•"/>
            </a:pPr>
            <a:r>
              <a:rPr lang="en-US" sz="2300">
                <a:solidFill>
                  <a:srgbClr val="000000"/>
                </a:solidFill>
                <a:latin typeface="Poppins"/>
                <a:ea typeface="Poppins"/>
                <a:cs typeface="Poppins"/>
                <a:sym typeface="Poppins"/>
              </a:rPr>
              <a:t>View Sample Question</a:t>
            </a:r>
          </a:p>
          <a:p>
            <a:pPr marL="496571" lvl="1" indent="-248285" algn="l">
              <a:lnSpc>
                <a:spcPts val="3220"/>
              </a:lnSpc>
              <a:buFont typeface="Arial"/>
              <a:buChar char="•"/>
            </a:pPr>
            <a:r>
              <a:rPr lang="en-US" sz="2300">
                <a:solidFill>
                  <a:srgbClr val="000000"/>
                </a:solidFill>
                <a:latin typeface="Poppins"/>
                <a:ea typeface="Poppins"/>
                <a:cs typeface="Poppins"/>
                <a:sym typeface="Poppins"/>
              </a:rPr>
              <a:t>View Reviews</a:t>
            </a:r>
          </a:p>
          <a:p>
            <a:pPr marL="496571" lvl="1" indent="-248285" algn="l">
              <a:lnSpc>
                <a:spcPts val="3220"/>
              </a:lnSpc>
              <a:buFont typeface="Arial"/>
              <a:buChar char="•"/>
            </a:pPr>
            <a:r>
              <a:rPr lang="en-US" sz="2300">
                <a:solidFill>
                  <a:srgbClr val="000000"/>
                </a:solidFill>
                <a:latin typeface="Poppins"/>
                <a:ea typeface="Poppins"/>
                <a:cs typeface="Poppins"/>
                <a:sym typeface="Poppins"/>
              </a:rPr>
              <a:t>Logout</a:t>
            </a:r>
          </a:p>
        </p:txBody>
      </p:sp>
      <p:grpSp>
        <p:nvGrpSpPr>
          <p:cNvPr id="24" name="Group 24"/>
          <p:cNvGrpSpPr/>
          <p:nvPr/>
        </p:nvGrpSpPr>
        <p:grpSpPr>
          <a:xfrm>
            <a:off x="6366890" y="1241246"/>
            <a:ext cx="5538711" cy="1030616"/>
            <a:chOff x="0" y="0"/>
            <a:chExt cx="1666785" cy="310147"/>
          </a:xfrm>
        </p:grpSpPr>
        <p:sp>
          <p:nvSpPr>
            <p:cNvPr id="25" name="Freeform 25"/>
            <p:cNvSpPr/>
            <p:nvPr/>
          </p:nvSpPr>
          <p:spPr>
            <a:xfrm>
              <a:off x="0" y="0"/>
              <a:ext cx="1666785" cy="310147"/>
            </a:xfrm>
            <a:custGeom>
              <a:avLst/>
              <a:gdLst/>
              <a:ahLst/>
              <a:cxnLst/>
              <a:rect l="l" t="t" r="r" b="b"/>
              <a:pathLst>
                <a:path w="1666785" h="310147">
                  <a:moveTo>
                    <a:pt x="0" y="0"/>
                  </a:moveTo>
                  <a:lnTo>
                    <a:pt x="1666785" y="0"/>
                  </a:lnTo>
                  <a:lnTo>
                    <a:pt x="1666785"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26" name="TextBox 26"/>
            <p:cNvSpPr txBox="1"/>
            <p:nvPr/>
          </p:nvSpPr>
          <p:spPr>
            <a:xfrm>
              <a:off x="0" y="-57150"/>
              <a:ext cx="1666785" cy="367297"/>
            </a:xfrm>
            <a:prstGeom prst="rect">
              <a:avLst/>
            </a:prstGeom>
          </p:spPr>
          <p:txBody>
            <a:bodyPr lIns="50800" tIns="50800" rIns="50800" bIns="50800" rtlCol="0" anchor="ctr"/>
            <a:lstStyle/>
            <a:p>
              <a:pPr algn="ctr">
                <a:lnSpc>
                  <a:spcPts val="3223"/>
                </a:lnSpc>
              </a:pPr>
              <a:endParaRPr/>
            </a:p>
          </p:txBody>
        </p:sp>
      </p:grpSp>
      <p:sp>
        <p:nvSpPr>
          <p:cNvPr id="27" name="AutoShape 27"/>
          <p:cNvSpPr/>
          <p:nvPr/>
        </p:nvSpPr>
        <p:spPr>
          <a:xfrm>
            <a:off x="7891929" y="2865355"/>
            <a:ext cx="2504141" cy="0"/>
          </a:xfrm>
          <a:prstGeom prst="line">
            <a:avLst/>
          </a:prstGeom>
          <a:ln w="114300" cap="rnd">
            <a:solidFill>
              <a:srgbClr val="000000"/>
            </a:solidFill>
            <a:prstDash val="sysDot"/>
            <a:headEnd type="none" w="sm" len="sm"/>
            <a:tailEnd type="none" w="sm" len="sm"/>
          </a:ln>
        </p:spPr>
      </p:sp>
      <p:sp>
        <p:nvSpPr>
          <p:cNvPr id="28" name="AutoShape 28"/>
          <p:cNvSpPr/>
          <p:nvPr/>
        </p:nvSpPr>
        <p:spPr>
          <a:xfrm>
            <a:off x="7884175" y="8323822"/>
            <a:ext cx="2504141" cy="0"/>
          </a:xfrm>
          <a:prstGeom prst="line">
            <a:avLst/>
          </a:prstGeom>
          <a:ln w="114300" cap="rnd">
            <a:solidFill>
              <a:srgbClr val="000000"/>
            </a:solidFill>
            <a:prstDash val="sysDot"/>
            <a:headEnd type="none" w="sm" len="sm"/>
            <a:tailEnd type="none" w="sm" len="sm"/>
          </a:ln>
        </p:spPr>
      </p:sp>
      <p:grpSp>
        <p:nvGrpSpPr>
          <p:cNvPr id="29" name="Group 29"/>
          <p:cNvGrpSpPr/>
          <p:nvPr/>
        </p:nvGrpSpPr>
        <p:grpSpPr>
          <a:xfrm>
            <a:off x="3678986" y="3430149"/>
            <a:ext cx="1737139" cy="598197"/>
            <a:chOff x="0" y="0"/>
            <a:chExt cx="1015975" cy="349858"/>
          </a:xfrm>
        </p:grpSpPr>
        <p:sp>
          <p:nvSpPr>
            <p:cNvPr id="30" name="Freeform 30"/>
            <p:cNvSpPr/>
            <p:nvPr/>
          </p:nvSpPr>
          <p:spPr>
            <a:xfrm>
              <a:off x="0" y="0"/>
              <a:ext cx="1015975" cy="349858"/>
            </a:xfrm>
            <a:custGeom>
              <a:avLst/>
              <a:gdLst/>
              <a:ahLst/>
              <a:cxnLst/>
              <a:rect l="l" t="t" r="r" b="b"/>
              <a:pathLst>
                <a:path w="1015975" h="349858">
                  <a:moveTo>
                    <a:pt x="0" y="0"/>
                  </a:moveTo>
                  <a:lnTo>
                    <a:pt x="1015975" y="0"/>
                  </a:lnTo>
                  <a:lnTo>
                    <a:pt x="1015975" y="349858"/>
                  </a:lnTo>
                  <a:lnTo>
                    <a:pt x="0" y="349858"/>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31" name="TextBox 31"/>
            <p:cNvSpPr txBox="1"/>
            <p:nvPr/>
          </p:nvSpPr>
          <p:spPr>
            <a:xfrm>
              <a:off x="0" y="-57150"/>
              <a:ext cx="1015975" cy="407008"/>
            </a:xfrm>
            <a:prstGeom prst="rect">
              <a:avLst/>
            </a:prstGeom>
          </p:spPr>
          <p:txBody>
            <a:bodyPr lIns="50800" tIns="50800" rIns="50800" bIns="50800" rtlCol="0" anchor="ctr"/>
            <a:lstStyle/>
            <a:p>
              <a:pPr algn="ctr">
                <a:lnSpc>
                  <a:spcPts val="3223"/>
                </a:lnSpc>
              </a:pPr>
              <a:endParaRPr/>
            </a:p>
          </p:txBody>
        </p:sp>
      </p:grpSp>
      <p:grpSp>
        <p:nvGrpSpPr>
          <p:cNvPr id="32" name="Group 32"/>
          <p:cNvGrpSpPr/>
          <p:nvPr/>
        </p:nvGrpSpPr>
        <p:grpSpPr>
          <a:xfrm>
            <a:off x="12816094" y="3430149"/>
            <a:ext cx="1998896" cy="598197"/>
            <a:chOff x="0" y="0"/>
            <a:chExt cx="1169064" cy="349858"/>
          </a:xfrm>
        </p:grpSpPr>
        <p:sp>
          <p:nvSpPr>
            <p:cNvPr id="33" name="Freeform 33"/>
            <p:cNvSpPr/>
            <p:nvPr/>
          </p:nvSpPr>
          <p:spPr>
            <a:xfrm>
              <a:off x="0" y="0"/>
              <a:ext cx="1169064" cy="349858"/>
            </a:xfrm>
            <a:custGeom>
              <a:avLst/>
              <a:gdLst/>
              <a:ahLst/>
              <a:cxnLst/>
              <a:rect l="l" t="t" r="r" b="b"/>
              <a:pathLst>
                <a:path w="1169064" h="349858">
                  <a:moveTo>
                    <a:pt x="0" y="0"/>
                  </a:moveTo>
                  <a:lnTo>
                    <a:pt x="1169064" y="0"/>
                  </a:lnTo>
                  <a:lnTo>
                    <a:pt x="1169064" y="349858"/>
                  </a:lnTo>
                  <a:lnTo>
                    <a:pt x="0" y="349858"/>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34" name="TextBox 34"/>
            <p:cNvSpPr txBox="1"/>
            <p:nvPr/>
          </p:nvSpPr>
          <p:spPr>
            <a:xfrm>
              <a:off x="0" y="-57150"/>
              <a:ext cx="1169064" cy="407008"/>
            </a:xfrm>
            <a:prstGeom prst="rect">
              <a:avLst/>
            </a:prstGeom>
          </p:spPr>
          <p:txBody>
            <a:bodyPr lIns="50800" tIns="50800" rIns="50800" bIns="50800" rtlCol="0" anchor="ctr"/>
            <a:lstStyle/>
            <a:p>
              <a:pPr algn="ctr">
                <a:lnSpc>
                  <a:spcPts val="3223"/>
                </a:lnSpc>
              </a:pPr>
              <a:endParaRPr/>
            </a:p>
          </p:txBody>
        </p:sp>
      </p:grpSp>
      <p:grpSp>
        <p:nvGrpSpPr>
          <p:cNvPr id="35" name="Group 35"/>
          <p:cNvGrpSpPr/>
          <p:nvPr/>
        </p:nvGrpSpPr>
        <p:grpSpPr>
          <a:xfrm>
            <a:off x="8076774" y="3430149"/>
            <a:ext cx="2239585" cy="598197"/>
            <a:chOff x="0" y="0"/>
            <a:chExt cx="1309832" cy="349858"/>
          </a:xfrm>
        </p:grpSpPr>
        <p:sp>
          <p:nvSpPr>
            <p:cNvPr id="36" name="Freeform 36"/>
            <p:cNvSpPr/>
            <p:nvPr/>
          </p:nvSpPr>
          <p:spPr>
            <a:xfrm>
              <a:off x="0" y="0"/>
              <a:ext cx="1309832" cy="349858"/>
            </a:xfrm>
            <a:custGeom>
              <a:avLst/>
              <a:gdLst/>
              <a:ahLst/>
              <a:cxnLst/>
              <a:rect l="l" t="t" r="r" b="b"/>
              <a:pathLst>
                <a:path w="1309832" h="349858">
                  <a:moveTo>
                    <a:pt x="0" y="0"/>
                  </a:moveTo>
                  <a:lnTo>
                    <a:pt x="1309832" y="0"/>
                  </a:lnTo>
                  <a:lnTo>
                    <a:pt x="1309832" y="349858"/>
                  </a:lnTo>
                  <a:lnTo>
                    <a:pt x="0" y="349858"/>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37" name="TextBox 37"/>
            <p:cNvSpPr txBox="1"/>
            <p:nvPr/>
          </p:nvSpPr>
          <p:spPr>
            <a:xfrm>
              <a:off x="0" y="-57150"/>
              <a:ext cx="1309832" cy="407008"/>
            </a:xfrm>
            <a:prstGeom prst="rect">
              <a:avLst/>
            </a:prstGeom>
          </p:spPr>
          <p:txBody>
            <a:bodyPr lIns="50800" tIns="50800" rIns="50800" bIns="50800" rtlCol="0" anchor="ctr"/>
            <a:lstStyle/>
            <a:p>
              <a:pPr algn="ctr">
                <a:lnSpc>
                  <a:spcPts val="3223"/>
                </a:lnSpc>
              </a:pPr>
              <a:endParaRPr/>
            </a:p>
          </p:txBody>
        </p:sp>
      </p:grpSp>
      <p:sp>
        <p:nvSpPr>
          <p:cNvPr id="38" name="TextBox 38"/>
          <p:cNvSpPr txBox="1"/>
          <p:nvPr/>
        </p:nvSpPr>
        <p:spPr>
          <a:xfrm>
            <a:off x="2614273" y="4200507"/>
            <a:ext cx="3866565" cy="1998980"/>
          </a:xfrm>
          <a:prstGeom prst="rect">
            <a:avLst/>
          </a:prstGeom>
        </p:spPr>
        <p:txBody>
          <a:bodyPr lIns="0" tIns="0" rIns="0" bIns="0" rtlCol="0" anchor="t">
            <a:spAutoFit/>
          </a:bodyPr>
          <a:lstStyle/>
          <a:p>
            <a:pPr marL="496571" lvl="1" indent="-248285" algn="l">
              <a:lnSpc>
                <a:spcPts val="3220"/>
              </a:lnSpc>
              <a:buFont typeface="Arial"/>
              <a:buChar char="•"/>
            </a:pPr>
            <a:r>
              <a:rPr lang="en-US" sz="2300">
                <a:solidFill>
                  <a:srgbClr val="000000"/>
                </a:solidFill>
                <a:latin typeface="Poppins"/>
                <a:ea typeface="Poppins"/>
                <a:cs typeface="Poppins"/>
                <a:sym typeface="Poppins"/>
              </a:rPr>
              <a:t>Login</a:t>
            </a:r>
          </a:p>
          <a:p>
            <a:pPr marL="496571" lvl="1" indent="-248285" algn="l">
              <a:lnSpc>
                <a:spcPts val="3220"/>
              </a:lnSpc>
              <a:buFont typeface="Arial"/>
              <a:buChar char="•"/>
            </a:pPr>
            <a:r>
              <a:rPr lang="en-US" sz="2300">
                <a:solidFill>
                  <a:srgbClr val="000000"/>
                </a:solidFill>
                <a:latin typeface="Poppins"/>
                <a:ea typeface="Poppins"/>
                <a:cs typeface="Poppins"/>
                <a:sym typeface="Poppins"/>
              </a:rPr>
              <a:t>Add Aptitude</a:t>
            </a:r>
          </a:p>
          <a:p>
            <a:pPr marL="496571" lvl="1" indent="-248285" algn="l">
              <a:lnSpc>
                <a:spcPts val="3220"/>
              </a:lnSpc>
              <a:buFont typeface="Arial"/>
              <a:buChar char="•"/>
            </a:pPr>
            <a:r>
              <a:rPr lang="en-US" sz="2300">
                <a:solidFill>
                  <a:srgbClr val="000000"/>
                </a:solidFill>
                <a:latin typeface="Poppins"/>
                <a:ea typeface="Poppins"/>
                <a:cs typeface="Poppins"/>
                <a:sym typeface="Poppins"/>
              </a:rPr>
              <a:t>Add Coding</a:t>
            </a:r>
          </a:p>
          <a:p>
            <a:pPr marL="496571" lvl="1" indent="-248285" algn="l">
              <a:lnSpc>
                <a:spcPts val="3220"/>
              </a:lnSpc>
              <a:buFont typeface="Arial"/>
              <a:buChar char="•"/>
            </a:pPr>
            <a:r>
              <a:rPr lang="en-US" sz="2300">
                <a:solidFill>
                  <a:srgbClr val="000000"/>
                </a:solidFill>
                <a:latin typeface="Poppins"/>
                <a:ea typeface="Poppins"/>
                <a:cs typeface="Poppins"/>
                <a:sym typeface="Poppins"/>
              </a:rPr>
              <a:t>Add Interview</a:t>
            </a:r>
          </a:p>
          <a:p>
            <a:pPr marL="496571" lvl="1" indent="-248285" algn="l">
              <a:lnSpc>
                <a:spcPts val="3220"/>
              </a:lnSpc>
              <a:buFont typeface="Arial"/>
              <a:buChar char="•"/>
            </a:pPr>
            <a:r>
              <a:rPr lang="en-US" sz="2300">
                <a:solidFill>
                  <a:srgbClr val="000000"/>
                </a:solidFill>
                <a:latin typeface="Poppins"/>
                <a:ea typeface="Poppins"/>
                <a:cs typeface="Poppins"/>
                <a:sym typeface="Poppins"/>
              </a:rPr>
              <a:t>Approve Feedback</a:t>
            </a:r>
          </a:p>
        </p:txBody>
      </p:sp>
      <p:sp>
        <p:nvSpPr>
          <p:cNvPr id="39" name="TextBox 39"/>
          <p:cNvSpPr txBox="1"/>
          <p:nvPr/>
        </p:nvSpPr>
        <p:spPr>
          <a:xfrm>
            <a:off x="11807162" y="4200507"/>
            <a:ext cx="3866565" cy="3199130"/>
          </a:xfrm>
          <a:prstGeom prst="rect">
            <a:avLst/>
          </a:prstGeom>
        </p:spPr>
        <p:txBody>
          <a:bodyPr lIns="0" tIns="0" rIns="0" bIns="0" rtlCol="0" anchor="t">
            <a:spAutoFit/>
          </a:bodyPr>
          <a:lstStyle/>
          <a:p>
            <a:pPr marL="496571" lvl="1" indent="-248285" algn="l">
              <a:lnSpc>
                <a:spcPts val="3220"/>
              </a:lnSpc>
              <a:buFont typeface="Arial"/>
              <a:buChar char="•"/>
            </a:pPr>
            <a:r>
              <a:rPr lang="en-US" sz="2300">
                <a:solidFill>
                  <a:srgbClr val="000000"/>
                </a:solidFill>
                <a:latin typeface="Poppins"/>
                <a:ea typeface="Poppins"/>
                <a:cs typeface="Poppins"/>
                <a:sym typeface="Poppins"/>
              </a:rPr>
              <a:t>Register</a:t>
            </a:r>
          </a:p>
          <a:p>
            <a:pPr marL="496571" lvl="1" indent="-248285" algn="l">
              <a:lnSpc>
                <a:spcPts val="3220"/>
              </a:lnSpc>
              <a:buFont typeface="Arial"/>
              <a:buChar char="•"/>
            </a:pPr>
            <a:r>
              <a:rPr lang="en-US" sz="2300">
                <a:solidFill>
                  <a:srgbClr val="000000"/>
                </a:solidFill>
                <a:latin typeface="Poppins"/>
                <a:ea typeface="Poppins"/>
                <a:cs typeface="Poppins"/>
                <a:sym typeface="Poppins"/>
              </a:rPr>
              <a:t>Login</a:t>
            </a:r>
          </a:p>
          <a:p>
            <a:pPr marL="496571" lvl="1" indent="-248285" algn="l">
              <a:lnSpc>
                <a:spcPts val="3220"/>
              </a:lnSpc>
              <a:buFont typeface="Arial"/>
              <a:buChar char="•"/>
            </a:pPr>
            <a:r>
              <a:rPr lang="en-US" sz="2300">
                <a:solidFill>
                  <a:srgbClr val="000000"/>
                </a:solidFill>
                <a:latin typeface="Poppins"/>
                <a:ea typeface="Poppins"/>
                <a:cs typeface="Poppins"/>
                <a:sym typeface="Poppins"/>
              </a:rPr>
              <a:t>Do Aptitude Question</a:t>
            </a:r>
          </a:p>
          <a:p>
            <a:pPr marL="496571" lvl="1" indent="-248285" algn="l">
              <a:lnSpc>
                <a:spcPts val="3220"/>
              </a:lnSpc>
              <a:buFont typeface="Arial"/>
              <a:buChar char="•"/>
            </a:pPr>
            <a:r>
              <a:rPr lang="en-US" sz="2300">
                <a:solidFill>
                  <a:srgbClr val="000000"/>
                </a:solidFill>
                <a:latin typeface="Poppins"/>
                <a:ea typeface="Poppins"/>
                <a:cs typeface="Poppins"/>
                <a:sym typeface="Poppins"/>
              </a:rPr>
              <a:t>Solve Coding Question</a:t>
            </a:r>
          </a:p>
          <a:p>
            <a:pPr marL="496571" lvl="1" indent="-248285" algn="l">
              <a:lnSpc>
                <a:spcPts val="3220"/>
              </a:lnSpc>
              <a:buFont typeface="Arial"/>
              <a:buChar char="•"/>
            </a:pPr>
            <a:r>
              <a:rPr lang="en-US" sz="2300">
                <a:solidFill>
                  <a:srgbClr val="000000"/>
                </a:solidFill>
                <a:latin typeface="Poppins"/>
                <a:ea typeface="Poppins"/>
                <a:cs typeface="Poppins"/>
                <a:sym typeface="Poppins"/>
              </a:rPr>
              <a:t>View Interview Question</a:t>
            </a:r>
          </a:p>
          <a:p>
            <a:pPr marL="496571" lvl="1" indent="-248285" algn="l">
              <a:lnSpc>
                <a:spcPts val="3220"/>
              </a:lnSpc>
              <a:buFont typeface="Arial"/>
              <a:buChar char="•"/>
            </a:pPr>
            <a:r>
              <a:rPr lang="en-US" sz="2300">
                <a:solidFill>
                  <a:srgbClr val="000000"/>
                </a:solidFill>
                <a:latin typeface="Poppins"/>
                <a:ea typeface="Poppins"/>
                <a:cs typeface="Poppins"/>
                <a:sym typeface="Poppins"/>
              </a:rPr>
              <a:t>Give Feedback</a:t>
            </a:r>
          </a:p>
          <a:p>
            <a:pPr marL="496571" lvl="1" indent="-248285" algn="l">
              <a:lnSpc>
                <a:spcPts val="3220"/>
              </a:lnSpc>
              <a:buFont typeface="Arial"/>
              <a:buChar char="•"/>
            </a:pPr>
            <a:r>
              <a:rPr lang="en-US" sz="2300">
                <a:solidFill>
                  <a:srgbClr val="000000"/>
                </a:solidFill>
                <a:latin typeface="Poppins"/>
                <a:ea typeface="Poppins"/>
                <a:cs typeface="Poppins"/>
                <a:sym typeface="Poppins"/>
              </a:rPr>
              <a:t>Logout</a:t>
            </a:r>
          </a:p>
        </p:txBody>
      </p:sp>
      <p:sp>
        <p:nvSpPr>
          <p:cNvPr id="40" name="TextBox 40"/>
          <p:cNvSpPr txBox="1"/>
          <p:nvPr/>
        </p:nvSpPr>
        <p:spPr>
          <a:xfrm>
            <a:off x="6560546" y="1281534"/>
            <a:ext cx="5151398" cy="816718"/>
          </a:xfrm>
          <a:prstGeom prst="rect">
            <a:avLst/>
          </a:prstGeom>
        </p:spPr>
        <p:txBody>
          <a:bodyPr lIns="0" tIns="0" rIns="0" bIns="0" rtlCol="0" anchor="t">
            <a:spAutoFit/>
          </a:bodyPr>
          <a:lstStyle/>
          <a:p>
            <a:pPr algn="ctr">
              <a:lnSpc>
                <a:spcPts val="6320"/>
              </a:lnSpc>
              <a:spcBef>
                <a:spcPct val="0"/>
              </a:spcBef>
            </a:pPr>
            <a:r>
              <a:rPr lang="en-US" sz="4514" b="1">
                <a:solidFill>
                  <a:srgbClr val="FFFFFF"/>
                </a:solidFill>
                <a:latin typeface="Poppins Bold"/>
                <a:ea typeface="Poppins Bold"/>
                <a:cs typeface="Poppins Bold"/>
                <a:sym typeface="Poppins Bold"/>
              </a:rPr>
              <a:t>PANEL</a:t>
            </a:r>
          </a:p>
        </p:txBody>
      </p:sp>
      <p:sp>
        <p:nvSpPr>
          <p:cNvPr id="41" name="TextBox 41"/>
          <p:cNvSpPr txBox="1"/>
          <p:nvPr/>
        </p:nvSpPr>
        <p:spPr>
          <a:xfrm>
            <a:off x="3952676" y="3449213"/>
            <a:ext cx="1245476" cy="483870"/>
          </a:xfrm>
          <a:prstGeom prst="rect">
            <a:avLst/>
          </a:prstGeom>
        </p:spPr>
        <p:txBody>
          <a:bodyPr lIns="0" tIns="0" rIns="0" bIns="0" rtlCol="0" anchor="t">
            <a:spAutoFit/>
          </a:bodyPr>
          <a:lstStyle/>
          <a:p>
            <a:pPr algn="ctr">
              <a:lnSpc>
                <a:spcPts val="3779"/>
              </a:lnSpc>
              <a:spcBef>
                <a:spcPct val="0"/>
              </a:spcBef>
            </a:pPr>
            <a:r>
              <a:rPr lang="en-US" sz="2700" b="1">
                <a:solidFill>
                  <a:srgbClr val="FFFFFF"/>
                </a:solidFill>
                <a:latin typeface="Poppins Bold"/>
                <a:ea typeface="Poppins Bold"/>
                <a:cs typeface="Poppins Bold"/>
                <a:sym typeface="Poppins Bold"/>
              </a:rPr>
              <a:t>ADMIN</a:t>
            </a:r>
          </a:p>
        </p:txBody>
      </p:sp>
      <p:sp>
        <p:nvSpPr>
          <p:cNvPr id="42" name="TextBox 42"/>
          <p:cNvSpPr txBox="1"/>
          <p:nvPr/>
        </p:nvSpPr>
        <p:spPr>
          <a:xfrm>
            <a:off x="8221041" y="3449213"/>
            <a:ext cx="1951051" cy="483870"/>
          </a:xfrm>
          <a:prstGeom prst="rect">
            <a:avLst/>
          </a:prstGeom>
        </p:spPr>
        <p:txBody>
          <a:bodyPr lIns="0" tIns="0" rIns="0" bIns="0" rtlCol="0" anchor="t">
            <a:spAutoFit/>
          </a:bodyPr>
          <a:lstStyle/>
          <a:p>
            <a:pPr algn="ctr">
              <a:lnSpc>
                <a:spcPts val="3779"/>
              </a:lnSpc>
              <a:spcBef>
                <a:spcPct val="0"/>
              </a:spcBef>
            </a:pPr>
            <a:r>
              <a:rPr lang="en-US" sz="2700" b="1">
                <a:solidFill>
                  <a:srgbClr val="FFFFFF"/>
                </a:solidFill>
                <a:latin typeface="Poppins Bold"/>
                <a:ea typeface="Poppins Bold"/>
                <a:cs typeface="Poppins Bold"/>
                <a:sym typeface="Poppins Bold"/>
              </a:rPr>
              <a:t>COMPANY</a:t>
            </a:r>
          </a:p>
        </p:txBody>
      </p:sp>
      <p:sp>
        <p:nvSpPr>
          <p:cNvPr id="43" name="TextBox 43"/>
          <p:cNvSpPr txBox="1"/>
          <p:nvPr/>
        </p:nvSpPr>
        <p:spPr>
          <a:xfrm>
            <a:off x="13013922" y="3449213"/>
            <a:ext cx="1592712" cy="483870"/>
          </a:xfrm>
          <a:prstGeom prst="rect">
            <a:avLst/>
          </a:prstGeom>
        </p:spPr>
        <p:txBody>
          <a:bodyPr lIns="0" tIns="0" rIns="0" bIns="0" rtlCol="0" anchor="t">
            <a:spAutoFit/>
          </a:bodyPr>
          <a:lstStyle/>
          <a:p>
            <a:pPr algn="ctr">
              <a:lnSpc>
                <a:spcPts val="3779"/>
              </a:lnSpc>
              <a:spcBef>
                <a:spcPct val="0"/>
              </a:spcBef>
            </a:pPr>
            <a:r>
              <a:rPr lang="en-US" sz="2700" b="1">
                <a:solidFill>
                  <a:srgbClr val="FFFFFF"/>
                </a:solidFill>
                <a:latin typeface="Poppins Bold"/>
                <a:ea typeface="Poppins Bold"/>
                <a:cs typeface="Poppins Bold"/>
                <a:sym typeface="Poppins Bold"/>
              </a:rPr>
              <a:t>STUDENT</a:t>
            </a:r>
          </a:p>
        </p:txBody>
      </p:sp>
      <p:sp>
        <p:nvSpPr>
          <p:cNvPr id="44" name="TextBox 44"/>
          <p:cNvSpPr txBox="1"/>
          <p:nvPr/>
        </p:nvSpPr>
        <p:spPr>
          <a:xfrm>
            <a:off x="4071033" y="9327060"/>
            <a:ext cx="10132128" cy="398721"/>
          </a:xfrm>
          <a:prstGeom prst="rect">
            <a:avLst/>
          </a:prstGeom>
        </p:spPr>
        <p:txBody>
          <a:bodyPr lIns="0" tIns="0" rIns="0" bIns="0" rtlCol="0" anchor="t">
            <a:spAutoFit/>
          </a:bodyPr>
          <a:lstStyle/>
          <a:p>
            <a:pPr algn="ctr">
              <a:lnSpc>
                <a:spcPts val="3223"/>
              </a:lnSpc>
              <a:spcBef>
                <a:spcPct val="0"/>
              </a:spcBef>
            </a:pPr>
            <a:r>
              <a:rPr lang="en-US" sz="2302" u="sng">
                <a:solidFill>
                  <a:srgbClr val="000000"/>
                </a:solidFill>
                <a:latin typeface="Poppins"/>
                <a:ea typeface="Poppins"/>
                <a:cs typeface="Poppins"/>
                <a:sym typeface="Poppins"/>
                <a:hlinkClick r:id="rId12" tooltip="https://trackplace.preview.emergentagent.com"/>
              </a:rPr>
              <a:t>https://trackplace.preview.emergentagent.com/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2" name="Freeform 2"/>
          <p:cNvSpPr/>
          <p:nvPr/>
        </p:nvSpPr>
        <p:spPr>
          <a:xfrm>
            <a:off x="15412587" y="7414263"/>
            <a:ext cx="3075969" cy="3075969"/>
          </a:xfrm>
          <a:custGeom>
            <a:avLst/>
            <a:gdLst/>
            <a:ahLst/>
            <a:cxnLst/>
            <a:rect l="l" t="t" r="r" b="b"/>
            <a:pathLst>
              <a:path w="3075969" h="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198113" y="-375135"/>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918901" y="7920577"/>
            <a:ext cx="2450523" cy="2450523"/>
          </a:xfrm>
          <a:custGeom>
            <a:avLst/>
            <a:gdLst/>
            <a:ahLst/>
            <a:cxnLst/>
            <a:rect l="l" t="t" r="r" b="b"/>
            <a:pathLst>
              <a:path w="2450523" h="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a:off x="-69201" y="-246222"/>
            <a:ext cx="2651689" cy="2651689"/>
          </a:xfrm>
          <a:custGeom>
            <a:avLst/>
            <a:gdLst/>
            <a:ahLst/>
            <a:cxnLst/>
            <a:rect l="l" t="t" r="r" b="b"/>
            <a:pathLst>
              <a:path w="2651689" h="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2700000">
            <a:off x="16750015" y="5360938"/>
            <a:ext cx="3075969" cy="3075969"/>
          </a:xfrm>
          <a:custGeom>
            <a:avLst/>
            <a:gdLst/>
            <a:ahLst/>
            <a:cxnLst/>
            <a:rect l="l" t="t" r="r" b="b"/>
            <a:pathLst>
              <a:path w="3075969" h="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8100000">
            <a:off x="-1664239" y="1924527"/>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7440198" y="9460152"/>
            <a:ext cx="1658065" cy="1639977"/>
          </a:xfrm>
          <a:custGeom>
            <a:avLst/>
            <a:gdLst/>
            <a:ahLst/>
            <a:cxnLst/>
            <a:rect l="l" t="t" r="r" b="b"/>
            <a:pathLst>
              <a:path w="1658065" h="1639977">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10800000">
            <a:off x="-857871" y="-1035099"/>
            <a:ext cx="1794177" cy="1774605"/>
          </a:xfrm>
          <a:custGeom>
            <a:avLst/>
            <a:gdLst/>
            <a:ahLst/>
            <a:cxnLst/>
            <a:rect l="l" t="t" r="r" b="b"/>
            <a:pathLst>
              <a:path w="1794177" h="1774605">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16757558" y="9002084"/>
            <a:ext cx="1180071" cy="143754"/>
          </a:xfrm>
          <a:custGeom>
            <a:avLst/>
            <a:gdLst/>
            <a:ahLst/>
            <a:cxnLst/>
            <a:rect l="l" t="t" r="r" b="b"/>
            <a:pathLst>
              <a:path w="1180071" h="143754">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rot="-10800000">
            <a:off x="398041" y="1079622"/>
            <a:ext cx="1276944" cy="155555"/>
          </a:xfrm>
          <a:custGeom>
            <a:avLst/>
            <a:gdLst/>
            <a:ahLst/>
            <a:cxnLst/>
            <a:rect l="l" t="t" r="r" b="b"/>
            <a:pathLst>
              <a:path w="1276944" h="155555">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638447" y="9343447"/>
            <a:ext cx="1432702" cy="442835"/>
          </a:xfrm>
          <a:custGeom>
            <a:avLst/>
            <a:gdLst/>
            <a:ahLst/>
            <a:cxnLst/>
            <a:rect l="l" t="t" r="r" b="b"/>
            <a:pathLst>
              <a:path w="1432702" h="442835">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flipH="1">
            <a:off x="16216852" y="500718"/>
            <a:ext cx="1432702" cy="442835"/>
          </a:xfrm>
          <a:custGeom>
            <a:avLst/>
            <a:gdLst/>
            <a:ahLst/>
            <a:cxnLst/>
            <a:rect l="l" t="t" r="r" b="b"/>
            <a:pathLst>
              <a:path w="1432702" h="442835">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TextBox 14"/>
          <p:cNvSpPr txBox="1"/>
          <p:nvPr/>
        </p:nvSpPr>
        <p:spPr>
          <a:xfrm>
            <a:off x="3130365" y="3667244"/>
            <a:ext cx="12069149" cy="2491105"/>
          </a:xfrm>
          <a:prstGeom prst="rect">
            <a:avLst/>
          </a:prstGeom>
        </p:spPr>
        <p:txBody>
          <a:bodyPr lIns="0" tIns="0" rIns="0" bIns="0" rtlCol="0" anchor="t">
            <a:spAutoFit/>
          </a:bodyPr>
          <a:lstStyle/>
          <a:p>
            <a:pPr marL="604519" lvl="1" indent="-302260" algn="l">
              <a:lnSpc>
                <a:spcPts val="3919"/>
              </a:lnSpc>
              <a:buFont typeface="Arial"/>
              <a:buChar char="•"/>
            </a:pPr>
            <a:r>
              <a:rPr lang="en-US" sz="2799" b="1">
                <a:solidFill>
                  <a:srgbClr val="000000"/>
                </a:solidFill>
                <a:latin typeface="Poppins Bold"/>
                <a:ea typeface="Poppins Bold"/>
                <a:cs typeface="Poppins Bold"/>
                <a:sym typeface="Poppins Bold"/>
              </a:rPr>
              <a:t>React.js (Frontend) </a:t>
            </a:r>
            <a:r>
              <a:rPr lang="en-US" sz="2799">
                <a:solidFill>
                  <a:srgbClr val="000000"/>
                </a:solidFill>
                <a:latin typeface="Poppins"/>
                <a:ea typeface="Poppins"/>
                <a:cs typeface="Poppins"/>
                <a:sym typeface="Poppins"/>
              </a:rPr>
              <a:t>→ UI for Admin, Student &amp; Company.</a:t>
            </a:r>
          </a:p>
          <a:p>
            <a:pPr marL="604519" lvl="1" indent="-302260" algn="l">
              <a:lnSpc>
                <a:spcPts val="3919"/>
              </a:lnSpc>
              <a:buFont typeface="Arial"/>
              <a:buChar char="•"/>
            </a:pPr>
            <a:r>
              <a:rPr lang="en-US" sz="2799" b="1">
                <a:solidFill>
                  <a:srgbClr val="000000"/>
                </a:solidFill>
                <a:latin typeface="Poppins Bold"/>
                <a:ea typeface="Poppins Bold"/>
                <a:cs typeface="Poppins Bold"/>
                <a:sym typeface="Poppins Bold"/>
              </a:rPr>
              <a:t>Express.js + Node.js (Backend)</a:t>
            </a:r>
            <a:r>
              <a:rPr lang="en-US" sz="2799">
                <a:solidFill>
                  <a:srgbClr val="000000"/>
                </a:solidFill>
                <a:latin typeface="Poppins"/>
                <a:ea typeface="Poppins"/>
                <a:cs typeface="Poppins"/>
                <a:sym typeface="Poppins"/>
              </a:rPr>
              <a:t> → API logic, authentication.</a:t>
            </a:r>
          </a:p>
          <a:p>
            <a:pPr marL="604519" lvl="1" indent="-302260" algn="l">
              <a:lnSpc>
                <a:spcPts val="3919"/>
              </a:lnSpc>
              <a:buFont typeface="Arial"/>
              <a:buChar char="•"/>
            </a:pPr>
            <a:r>
              <a:rPr lang="en-US" sz="2799" b="1">
                <a:solidFill>
                  <a:srgbClr val="000000"/>
                </a:solidFill>
                <a:latin typeface="Poppins Bold"/>
                <a:ea typeface="Poppins Bold"/>
                <a:cs typeface="Poppins Bold"/>
                <a:sym typeface="Poppins Bold"/>
              </a:rPr>
              <a:t>MongoDB (Database)</a:t>
            </a:r>
            <a:r>
              <a:rPr lang="en-US" sz="2799">
                <a:solidFill>
                  <a:srgbClr val="000000"/>
                </a:solidFill>
                <a:latin typeface="Poppins"/>
                <a:ea typeface="Poppins"/>
                <a:cs typeface="Poppins"/>
                <a:sym typeface="Poppins"/>
              </a:rPr>
              <a:t> → Stores users, questions, results.</a:t>
            </a:r>
          </a:p>
          <a:p>
            <a:pPr marL="604519" lvl="1" indent="-302260" algn="l">
              <a:lnSpc>
                <a:spcPts val="3919"/>
              </a:lnSpc>
              <a:buFont typeface="Arial"/>
              <a:buChar char="•"/>
            </a:pPr>
            <a:r>
              <a:rPr lang="en-US" sz="2799" b="1">
                <a:solidFill>
                  <a:srgbClr val="000000"/>
                </a:solidFill>
                <a:latin typeface="Poppins Bold"/>
                <a:ea typeface="Poppins Bold"/>
                <a:cs typeface="Poppins Bold"/>
                <a:sym typeface="Poppins Bold"/>
              </a:rPr>
              <a:t>REST APIs </a:t>
            </a:r>
            <a:r>
              <a:rPr lang="en-US" sz="2799">
                <a:solidFill>
                  <a:srgbClr val="000000"/>
                </a:solidFill>
                <a:latin typeface="Poppins"/>
                <a:ea typeface="Poppins"/>
                <a:cs typeface="Poppins"/>
                <a:sym typeface="Poppins"/>
              </a:rPr>
              <a:t>→ Communication between frontend &amp; backend.</a:t>
            </a:r>
          </a:p>
          <a:p>
            <a:pPr algn="l">
              <a:lnSpc>
                <a:spcPts val="3919"/>
              </a:lnSpc>
            </a:pPr>
            <a:endParaRPr lang="en-US" sz="2799">
              <a:solidFill>
                <a:srgbClr val="000000"/>
              </a:solidFill>
              <a:latin typeface="Poppins"/>
              <a:ea typeface="Poppins"/>
              <a:cs typeface="Poppins"/>
              <a:sym typeface="Poppins"/>
            </a:endParaRPr>
          </a:p>
        </p:txBody>
      </p:sp>
      <p:grpSp>
        <p:nvGrpSpPr>
          <p:cNvPr id="15" name="Group 15"/>
          <p:cNvGrpSpPr/>
          <p:nvPr/>
        </p:nvGrpSpPr>
        <p:grpSpPr>
          <a:xfrm>
            <a:off x="4881587" y="1241246"/>
            <a:ext cx="8509316" cy="1030616"/>
            <a:chOff x="0" y="0"/>
            <a:chExt cx="2560741" cy="310147"/>
          </a:xfrm>
        </p:grpSpPr>
        <p:sp>
          <p:nvSpPr>
            <p:cNvPr id="16" name="Freeform 16"/>
            <p:cNvSpPr/>
            <p:nvPr/>
          </p:nvSpPr>
          <p:spPr>
            <a:xfrm>
              <a:off x="0" y="0"/>
              <a:ext cx="2560741" cy="310147"/>
            </a:xfrm>
            <a:custGeom>
              <a:avLst/>
              <a:gdLst/>
              <a:ahLst/>
              <a:cxnLst/>
              <a:rect l="l" t="t" r="r" b="b"/>
              <a:pathLst>
                <a:path w="2560741" h="310147">
                  <a:moveTo>
                    <a:pt x="0" y="0"/>
                  </a:moveTo>
                  <a:lnTo>
                    <a:pt x="2560741" y="0"/>
                  </a:lnTo>
                  <a:lnTo>
                    <a:pt x="2560741"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17" name="TextBox 17"/>
            <p:cNvSpPr txBox="1"/>
            <p:nvPr/>
          </p:nvSpPr>
          <p:spPr>
            <a:xfrm>
              <a:off x="0" y="-57150"/>
              <a:ext cx="2560741" cy="367297"/>
            </a:xfrm>
            <a:prstGeom prst="rect">
              <a:avLst/>
            </a:prstGeom>
          </p:spPr>
          <p:txBody>
            <a:bodyPr lIns="50800" tIns="50800" rIns="50800" bIns="50800" rtlCol="0" anchor="ctr"/>
            <a:lstStyle/>
            <a:p>
              <a:pPr algn="ctr">
                <a:lnSpc>
                  <a:spcPts val="3223"/>
                </a:lnSpc>
              </a:pPr>
              <a:endParaRPr/>
            </a:p>
          </p:txBody>
        </p:sp>
      </p:grpSp>
      <p:sp>
        <p:nvSpPr>
          <p:cNvPr id="18" name="TextBox 18"/>
          <p:cNvSpPr txBox="1"/>
          <p:nvPr/>
        </p:nvSpPr>
        <p:spPr>
          <a:xfrm>
            <a:off x="4567609" y="1281534"/>
            <a:ext cx="9137273" cy="816718"/>
          </a:xfrm>
          <a:prstGeom prst="rect">
            <a:avLst/>
          </a:prstGeom>
        </p:spPr>
        <p:txBody>
          <a:bodyPr lIns="0" tIns="0" rIns="0" bIns="0" rtlCol="0" anchor="t">
            <a:spAutoFit/>
          </a:bodyPr>
          <a:lstStyle/>
          <a:p>
            <a:pPr algn="ctr">
              <a:lnSpc>
                <a:spcPts val="6320"/>
              </a:lnSpc>
              <a:spcBef>
                <a:spcPct val="0"/>
              </a:spcBef>
            </a:pPr>
            <a:r>
              <a:rPr lang="en-US" sz="4514" b="1">
                <a:solidFill>
                  <a:srgbClr val="FFFFFF"/>
                </a:solidFill>
                <a:latin typeface="Poppins Bold"/>
                <a:ea typeface="Poppins Bold"/>
                <a:cs typeface="Poppins Bold"/>
                <a:sym typeface="Poppins Bold"/>
              </a:rPr>
              <a:t>SYSTEM ARCHITECTURE</a:t>
            </a:r>
          </a:p>
        </p:txBody>
      </p:sp>
      <p:sp>
        <p:nvSpPr>
          <p:cNvPr id="19" name="AutoShape 19"/>
          <p:cNvSpPr/>
          <p:nvPr/>
        </p:nvSpPr>
        <p:spPr>
          <a:xfrm>
            <a:off x="7891929" y="2865355"/>
            <a:ext cx="2504141" cy="0"/>
          </a:xfrm>
          <a:prstGeom prst="line">
            <a:avLst/>
          </a:prstGeom>
          <a:ln w="114300" cap="rnd">
            <a:solidFill>
              <a:srgbClr val="000000"/>
            </a:solidFill>
            <a:prstDash val="sysDot"/>
            <a:headEnd type="none" w="sm" len="sm"/>
            <a:tailEnd type="none" w="sm" len="sm"/>
          </a:ln>
        </p:spPr>
      </p:sp>
      <p:sp>
        <p:nvSpPr>
          <p:cNvPr id="20" name="AutoShape 20"/>
          <p:cNvSpPr/>
          <p:nvPr/>
        </p:nvSpPr>
        <p:spPr>
          <a:xfrm>
            <a:off x="7884175" y="8323822"/>
            <a:ext cx="2504141" cy="0"/>
          </a:xfrm>
          <a:prstGeom prst="line">
            <a:avLst/>
          </a:prstGeom>
          <a:ln w="114300" cap="rnd">
            <a:solidFill>
              <a:srgbClr val="000000"/>
            </a:solidFill>
            <a:prstDash val="sysDot"/>
            <a:headEnd type="none" w="sm" len="sm"/>
            <a:tailEnd type="none" w="sm" len="sm"/>
          </a:ln>
        </p:spPr>
      </p:sp>
      <p:sp>
        <p:nvSpPr>
          <p:cNvPr id="21" name="TextBox 21"/>
          <p:cNvSpPr txBox="1"/>
          <p:nvPr/>
        </p:nvSpPr>
        <p:spPr>
          <a:xfrm>
            <a:off x="4071033" y="9327060"/>
            <a:ext cx="10132128" cy="398721"/>
          </a:xfrm>
          <a:prstGeom prst="rect">
            <a:avLst/>
          </a:prstGeom>
        </p:spPr>
        <p:txBody>
          <a:bodyPr lIns="0" tIns="0" rIns="0" bIns="0" rtlCol="0" anchor="t">
            <a:spAutoFit/>
          </a:bodyPr>
          <a:lstStyle/>
          <a:p>
            <a:pPr algn="ctr">
              <a:lnSpc>
                <a:spcPts val="3223"/>
              </a:lnSpc>
              <a:spcBef>
                <a:spcPct val="0"/>
              </a:spcBef>
            </a:pPr>
            <a:r>
              <a:rPr lang="en-US" sz="2302" u="sng">
                <a:solidFill>
                  <a:srgbClr val="000000"/>
                </a:solidFill>
                <a:latin typeface="Poppins"/>
                <a:ea typeface="Poppins"/>
                <a:cs typeface="Poppins"/>
                <a:sym typeface="Poppins"/>
                <a:hlinkClick r:id="rId12" tooltip="https://trackplace.preview.emergentagent.com"/>
              </a:rPr>
              <a:t>https://trackplace.preview.emergentagent.com/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2" name="Freeform 2"/>
          <p:cNvSpPr/>
          <p:nvPr/>
        </p:nvSpPr>
        <p:spPr>
          <a:xfrm>
            <a:off x="15412587" y="7414263"/>
            <a:ext cx="3075969" cy="3075969"/>
          </a:xfrm>
          <a:custGeom>
            <a:avLst/>
            <a:gdLst/>
            <a:ahLst/>
            <a:cxnLst/>
            <a:rect l="l" t="t" r="r" b="b"/>
            <a:pathLst>
              <a:path w="3075969" h="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198113" y="-375135"/>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918901" y="7920577"/>
            <a:ext cx="2450523" cy="2450523"/>
          </a:xfrm>
          <a:custGeom>
            <a:avLst/>
            <a:gdLst/>
            <a:ahLst/>
            <a:cxnLst/>
            <a:rect l="l" t="t" r="r" b="b"/>
            <a:pathLst>
              <a:path w="2450523" h="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a:off x="-69201" y="-246222"/>
            <a:ext cx="2651689" cy="2651689"/>
          </a:xfrm>
          <a:custGeom>
            <a:avLst/>
            <a:gdLst/>
            <a:ahLst/>
            <a:cxnLst/>
            <a:rect l="l" t="t" r="r" b="b"/>
            <a:pathLst>
              <a:path w="2651689" h="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2700000">
            <a:off x="16750015" y="5360938"/>
            <a:ext cx="3075969" cy="3075969"/>
          </a:xfrm>
          <a:custGeom>
            <a:avLst/>
            <a:gdLst/>
            <a:ahLst/>
            <a:cxnLst/>
            <a:rect l="l" t="t" r="r" b="b"/>
            <a:pathLst>
              <a:path w="3075969" h="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8100000">
            <a:off x="-1664239" y="1924527"/>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7440198" y="9460152"/>
            <a:ext cx="1658065" cy="1639977"/>
          </a:xfrm>
          <a:custGeom>
            <a:avLst/>
            <a:gdLst/>
            <a:ahLst/>
            <a:cxnLst/>
            <a:rect l="l" t="t" r="r" b="b"/>
            <a:pathLst>
              <a:path w="1658065" h="1639977">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10800000">
            <a:off x="-857871" y="-1035099"/>
            <a:ext cx="1794177" cy="1774605"/>
          </a:xfrm>
          <a:custGeom>
            <a:avLst/>
            <a:gdLst/>
            <a:ahLst/>
            <a:cxnLst/>
            <a:rect l="l" t="t" r="r" b="b"/>
            <a:pathLst>
              <a:path w="1794177" h="1774605">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16757558" y="9002084"/>
            <a:ext cx="1180071" cy="143754"/>
          </a:xfrm>
          <a:custGeom>
            <a:avLst/>
            <a:gdLst/>
            <a:ahLst/>
            <a:cxnLst/>
            <a:rect l="l" t="t" r="r" b="b"/>
            <a:pathLst>
              <a:path w="1180071" h="143754">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rot="-10800000">
            <a:off x="398041" y="1079622"/>
            <a:ext cx="1276944" cy="155555"/>
          </a:xfrm>
          <a:custGeom>
            <a:avLst/>
            <a:gdLst/>
            <a:ahLst/>
            <a:cxnLst/>
            <a:rect l="l" t="t" r="r" b="b"/>
            <a:pathLst>
              <a:path w="1276944" h="155555">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638447" y="9343447"/>
            <a:ext cx="1432702" cy="442835"/>
          </a:xfrm>
          <a:custGeom>
            <a:avLst/>
            <a:gdLst/>
            <a:ahLst/>
            <a:cxnLst/>
            <a:rect l="l" t="t" r="r" b="b"/>
            <a:pathLst>
              <a:path w="1432702" h="442835">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flipH="1">
            <a:off x="16216852" y="500718"/>
            <a:ext cx="1432702" cy="442835"/>
          </a:xfrm>
          <a:custGeom>
            <a:avLst/>
            <a:gdLst/>
            <a:ahLst/>
            <a:cxnLst/>
            <a:rect l="l" t="t" r="r" b="b"/>
            <a:pathLst>
              <a:path w="1432702" h="442835">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14" name="Group 14"/>
          <p:cNvGrpSpPr/>
          <p:nvPr/>
        </p:nvGrpSpPr>
        <p:grpSpPr>
          <a:xfrm>
            <a:off x="6366890" y="1241246"/>
            <a:ext cx="5538711" cy="1030616"/>
            <a:chOff x="0" y="0"/>
            <a:chExt cx="1666785" cy="310147"/>
          </a:xfrm>
        </p:grpSpPr>
        <p:sp>
          <p:nvSpPr>
            <p:cNvPr id="15" name="Freeform 15"/>
            <p:cNvSpPr/>
            <p:nvPr/>
          </p:nvSpPr>
          <p:spPr>
            <a:xfrm>
              <a:off x="0" y="0"/>
              <a:ext cx="1666785" cy="310147"/>
            </a:xfrm>
            <a:custGeom>
              <a:avLst/>
              <a:gdLst/>
              <a:ahLst/>
              <a:cxnLst/>
              <a:rect l="l" t="t" r="r" b="b"/>
              <a:pathLst>
                <a:path w="1666785" h="310147">
                  <a:moveTo>
                    <a:pt x="0" y="0"/>
                  </a:moveTo>
                  <a:lnTo>
                    <a:pt x="1666785" y="0"/>
                  </a:lnTo>
                  <a:lnTo>
                    <a:pt x="1666785"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16" name="TextBox 16"/>
            <p:cNvSpPr txBox="1"/>
            <p:nvPr/>
          </p:nvSpPr>
          <p:spPr>
            <a:xfrm>
              <a:off x="0" y="-57150"/>
              <a:ext cx="1666785" cy="367297"/>
            </a:xfrm>
            <a:prstGeom prst="rect">
              <a:avLst/>
            </a:prstGeom>
          </p:spPr>
          <p:txBody>
            <a:bodyPr lIns="50800" tIns="50800" rIns="50800" bIns="50800" rtlCol="0" anchor="ctr"/>
            <a:lstStyle/>
            <a:p>
              <a:pPr algn="ctr">
                <a:lnSpc>
                  <a:spcPts val="3223"/>
                </a:lnSpc>
              </a:pPr>
              <a:endParaRPr/>
            </a:p>
          </p:txBody>
        </p:sp>
      </p:grpSp>
      <p:sp>
        <p:nvSpPr>
          <p:cNvPr id="17" name="TextBox 17"/>
          <p:cNvSpPr txBox="1"/>
          <p:nvPr/>
        </p:nvSpPr>
        <p:spPr>
          <a:xfrm>
            <a:off x="6480998" y="1281534"/>
            <a:ext cx="5345055" cy="816718"/>
          </a:xfrm>
          <a:prstGeom prst="rect">
            <a:avLst/>
          </a:prstGeom>
        </p:spPr>
        <p:txBody>
          <a:bodyPr lIns="0" tIns="0" rIns="0" bIns="0" rtlCol="0" anchor="t">
            <a:spAutoFit/>
          </a:bodyPr>
          <a:lstStyle/>
          <a:p>
            <a:pPr algn="ctr">
              <a:lnSpc>
                <a:spcPts val="6320"/>
              </a:lnSpc>
              <a:spcBef>
                <a:spcPct val="0"/>
              </a:spcBef>
            </a:pPr>
            <a:r>
              <a:rPr lang="en-US" sz="4514" b="1">
                <a:solidFill>
                  <a:srgbClr val="FFFFFF"/>
                </a:solidFill>
                <a:latin typeface="Poppins Bold"/>
                <a:ea typeface="Poppins Bold"/>
                <a:cs typeface="Poppins Bold"/>
                <a:sym typeface="Poppins Bold"/>
              </a:rPr>
              <a:t>FUTURE GOAL</a:t>
            </a:r>
          </a:p>
        </p:txBody>
      </p:sp>
      <p:sp>
        <p:nvSpPr>
          <p:cNvPr id="18" name="AutoShape 18"/>
          <p:cNvSpPr/>
          <p:nvPr/>
        </p:nvSpPr>
        <p:spPr>
          <a:xfrm>
            <a:off x="7891929" y="2865355"/>
            <a:ext cx="2504141" cy="0"/>
          </a:xfrm>
          <a:prstGeom prst="line">
            <a:avLst/>
          </a:prstGeom>
          <a:ln w="114300" cap="rnd">
            <a:solidFill>
              <a:srgbClr val="000000"/>
            </a:solidFill>
            <a:prstDash val="sysDot"/>
            <a:headEnd type="none" w="sm" len="sm"/>
            <a:tailEnd type="none" w="sm" len="sm"/>
          </a:ln>
        </p:spPr>
      </p:sp>
      <p:sp>
        <p:nvSpPr>
          <p:cNvPr id="19" name="AutoShape 19"/>
          <p:cNvSpPr/>
          <p:nvPr/>
        </p:nvSpPr>
        <p:spPr>
          <a:xfrm>
            <a:off x="7884175" y="8323822"/>
            <a:ext cx="2504141" cy="0"/>
          </a:xfrm>
          <a:prstGeom prst="line">
            <a:avLst/>
          </a:prstGeom>
          <a:ln w="114300" cap="rnd">
            <a:solidFill>
              <a:srgbClr val="000000"/>
            </a:solidFill>
            <a:prstDash val="sysDot"/>
            <a:headEnd type="none" w="sm" len="sm"/>
            <a:tailEnd type="none" w="sm" len="sm"/>
          </a:ln>
        </p:spPr>
      </p:sp>
      <p:grpSp>
        <p:nvGrpSpPr>
          <p:cNvPr id="20" name="Group 20"/>
          <p:cNvGrpSpPr/>
          <p:nvPr/>
        </p:nvGrpSpPr>
        <p:grpSpPr>
          <a:xfrm>
            <a:off x="3459948" y="3511002"/>
            <a:ext cx="4197256" cy="4255322"/>
            <a:chOff x="0" y="0"/>
            <a:chExt cx="1023795" cy="1037958"/>
          </a:xfrm>
        </p:grpSpPr>
        <p:sp>
          <p:nvSpPr>
            <p:cNvPr id="21" name="Freeform 21"/>
            <p:cNvSpPr/>
            <p:nvPr/>
          </p:nvSpPr>
          <p:spPr>
            <a:xfrm>
              <a:off x="0" y="0"/>
              <a:ext cx="1023795" cy="1037958"/>
            </a:xfrm>
            <a:custGeom>
              <a:avLst/>
              <a:gdLst/>
              <a:ahLst/>
              <a:cxnLst/>
              <a:rect l="l" t="t" r="r" b="b"/>
              <a:pathLst>
                <a:path w="1023795" h="1037958">
                  <a:moveTo>
                    <a:pt x="0" y="0"/>
                  </a:moveTo>
                  <a:lnTo>
                    <a:pt x="1023795" y="0"/>
                  </a:lnTo>
                  <a:lnTo>
                    <a:pt x="1023795" y="1037958"/>
                  </a:lnTo>
                  <a:lnTo>
                    <a:pt x="0" y="1037958"/>
                  </a:lnTo>
                  <a:close/>
                </a:path>
              </a:pathLst>
            </a:custGeom>
            <a:solidFill>
              <a:srgbClr val="000000">
                <a:alpha val="0"/>
              </a:srgbClr>
            </a:solidFill>
            <a:ln w="38100" cap="sq">
              <a:solidFill>
                <a:srgbClr val="000000"/>
              </a:solidFill>
              <a:prstDash val="solid"/>
              <a:miter/>
            </a:ln>
          </p:spPr>
        </p:sp>
        <p:sp>
          <p:nvSpPr>
            <p:cNvPr id="22" name="TextBox 22"/>
            <p:cNvSpPr txBox="1"/>
            <p:nvPr/>
          </p:nvSpPr>
          <p:spPr>
            <a:xfrm>
              <a:off x="0" y="-57150"/>
              <a:ext cx="1023795" cy="1095108"/>
            </a:xfrm>
            <a:prstGeom prst="rect">
              <a:avLst/>
            </a:prstGeom>
          </p:spPr>
          <p:txBody>
            <a:bodyPr lIns="50800" tIns="50800" rIns="50800" bIns="50800" rtlCol="0" anchor="ctr"/>
            <a:lstStyle/>
            <a:p>
              <a:pPr algn="ctr">
                <a:lnSpc>
                  <a:spcPts val="3223"/>
                </a:lnSpc>
              </a:pPr>
              <a:endParaRPr/>
            </a:p>
          </p:txBody>
        </p:sp>
      </p:grpSp>
      <p:grpSp>
        <p:nvGrpSpPr>
          <p:cNvPr id="23" name="Group 23"/>
          <p:cNvGrpSpPr/>
          <p:nvPr/>
        </p:nvGrpSpPr>
        <p:grpSpPr>
          <a:xfrm>
            <a:off x="4287247" y="3195786"/>
            <a:ext cx="2542658" cy="630432"/>
            <a:chOff x="0" y="0"/>
            <a:chExt cx="1250885" cy="310147"/>
          </a:xfrm>
        </p:grpSpPr>
        <p:sp>
          <p:nvSpPr>
            <p:cNvPr id="24" name="Freeform 24"/>
            <p:cNvSpPr/>
            <p:nvPr/>
          </p:nvSpPr>
          <p:spPr>
            <a:xfrm>
              <a:off x="0" y="0"/>
              <a:ext cx="1250885" cy="310147"/>
            </a:xfrm>
            <a:custGeom>
              <a:avLst/>
              <a:gdLst/>
              <a:ahLst/>
              <a:cxnLst/>
              <a:rect l="l" t="t" r="r" b="b"/>
              <a:pathLst>
                <a:path w="1250885" h="310147">
                  <a:moveTo>
                    <a:pt x="0" y="0"/>
                  </a:moveTo>
                  <a:lnTo>
                    <a:pt x="1250885" y="0"/>
                  </a:lnTo>
                  <a:lnTo>
                    <a:pt x="1250885"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25" name="TextBox 25"/>
            <p:cNvSpPr txBox="1"/>
            <p:nvPr/>
          </p:nvSpPr>
          <p:spPr>
            <a:xfrm>
              <a:off x="0" y="-57150"/>
              <a:ext cx="1250885" cy="367297"/>
            </a:xfrm>
            <a:prstGeom prst="rect">
              <a:avLst/>
            </a:prstGeom>
          </p:spPr>
          <p:txBody>
            <a:bodyPr lIns="50800" tIns="50800" rIns="50800" bIns="50800" rtlCol="0" anchor="ctr"/>
            <a:lstStyle/>
            <a:p>
              <a:pPr algn="ctr">
                <a:lnSpc>
                  <a:spcPts val="3223"/>
                </a:lnSpc>
              </a:pPr>
              <a:endParaRPr/>
            </a:p>
          </p:txBody>
        </p:sp>
      </p:grpSp>
      <p:sp>
        <p:nvSpPr>
          <p:cNvPr id="26" name="TextBox 26"/>
          <p:cNvSpPr txBox="1"/>
          <p:nvPr/>
        </p:nvSpPr>
        <p:spPr>
          <a:xfrm>
            <a:off x="4511383" y="3225801"/>
            <a:ext cx="2094387" cy="483870"/>
          </a:xfrm>
          <a:prstGeom prst="rect">
            <a:avLst/>
          </a:prstGeom>
        </p:spPr>
        <p:txBody>
          <a:bodyPr lIns="0" tIns="0" rIns="0" bIns="0" rtlCol="0" anchor="t">
            <a:spAutoFit/>
          </a:bodyPr>
          <a:lstStyle/>
          <a:p>
            <a:pPr algn="ctr">
              <a:lnSpc>
                <a:spcPts val="3779"/>
              </a:lnSpc>
              <a:spcBef>
                <a:spcPct val="0"/>
              </a:spcBef>
            </a:pPr>
            <a:r>
              <a:rPr lang="en-US" sz="2699" b="1">
                <a:solidFill>
                  <a:srgbClr val="FFFFFF"/>
                </a:solidFill>
                <a:latin typeface="Poppins Bold"/>
                <a:ea typeface="Poppins Bold"/>
                <a:cs typeface="Poppins Bold"/>
                <a:sym typeface="Poppins Bold"/>
              </a:rPr>
              <a:t>ENHANCE</a:t>
            </a:r>
          </a:p>
        </p:txBody>
      </p:sp>
      <p:sp>
        <p:nvSpPr>
          <p:cNvPr id="27" name="TextBox 27"/>
          <p:cNvSpPr txBox="1"/>
          <p:nvPr/>
        </p:nvSpPr>
        <p:spPr>
          <a:xfrm>
            <a:off x="4071033" y="9327060"/>
            <a:ext cx="10132128" cy="398721"/>
          </a:xfrm>
          <a:prstGeom prst="rect">
            <a:avLst/>
          </a:prstGeom>
        </p:spPr>
        <p:txBody>
          <a:bodyPr lIns="0" tIns="0" rIns="0" bIns="0" rtlCol="0" anchor="t">
            <a:spAutoFit/>
          </a:bodyPr>
          <a:lstStyle/>
          <a:p>
            <a:pPr algn="ctr">
              <a:lnSpc>
                <a:spcPts val="3223"/>
              </a:lnSpc>
              <a:spcBef>
                <a:spcPct val="0"/>
              </a:spcBef>
            </a:pPr>
            <a:r>
              <a:rPr lang="en-US" sz="2302" u="sng">
                <a:solidFill>
                  <a:srgbClr val="000000"/>
                </a:solidFill>
                <a:latin typeface="Poppins"/>
                <a:ea typeface="Poppins"/>
                <a:cs typeface="Poppins"/>
                <a:sym typeface="Poppins"/>
                <a:hlinkClick r:id="rId12" tooltip="https://trackplace.preview.emergentagent.com"/>
              </a:rPr>
              <a:t>https://trackplace.preview.emergentagent.com/</a:t>
            </a:r>
          </a:p>
        </p:txBody>
      </p:sp>
      <p:grpSp>
        <p:nvGrpSpPr>
          <p:cNvPr id="28" name="Group 28"/>
          <p:cNvGrpSpPr/>
          <p:nvPr/>
        </p:nvGrpSpPr>
        <p:grpSpPr>
          <a:xfrm>
            <a:off x="9438380" y="3511002"/>
            <a:ext cx="4197256" cy="4255322"/>
            <a:chOff x="0" y="0"/>
            <a:chExt cx="1023795" cy="1037958"/>
          </a:xfrm>
        </p:grpSpPr>
        <p:sp>
          <p:nvSpPr>
            <p:cNvPr id="29" name="Freeform 29"/>
            <p:cNvSpPr/>
            <p:nvPr/>
          </p:nvSpPr>
          <p:spPr>
            <a:xfrm>
              <a:off x="0" y="0"/>
              <a:ext cx="1023795" cy="1037958"/>
            </a:xfrm>
            <a:custGeom>
              <a:avLst/>
              <a:gdLst/>
              <a:ahLst/>
              <a:cxnLst/>
              <a:rect l="l" t="t" r="r" b="b"/>
              <a:pathLst>
                <a:path w="1023795" h="1037958">
                  <a:moveTo>
                    <a:pt x="0" y="0"/>
                  </a:moveTo>
                  <a:lnTo>
                    <a:pt x="1023795" y="0"/>
                  </a:lnTo>
                  <a:lnTo>
                    <a:pt x="1023795" y="1037958"/>
                  </a:lnTo>
                  <a:lnTo>
                    <a:pt x="0" y="1037958"/>
                  </a:lnTo>
                  <a:close/>
                </a:path>
              </a:pathLst>
            </a:custGeom>
            <a:solidFill>
              <a:srgbClr val="000000">
                <a:alpha val="0"/>
              </a:srgbClr>
            </a:solidFill>
            <a:ln w="38100" cap="sq">
              <a:solidFill>
                <a:srgbClr val="000000"/>
              </a:solidFill>
              <a:prstDash val="solid"/>
              <a:miter/>
            </a:ln>
          </p:spPr>
        </p:sp>
        <p:sp>
          <p:nvSpPr>
            <p:cNvPr id="30" name="TextBox 30"/>
            <p:cNvSpPr txBox="1"/>
            <p:nvPr/>
          </p:nvSpPr>
          <p:spPr>
            <a:xfrm>
              <a:off x="0" y="-57150"/>
              <a:ext cx="1023795" cy="1095108"/>
            </a:xfrm>
            <a:prstGeom prst="rect">
              <a:avLst/>
            </a:prstGeom>
          </p:spPr>
          <p:txBody>
            <a:bodyPr lIns="50800" tIns="50800" rIns="50800" bIns="50800" rtlCol="0" anchor="ctr"/>
            <a:lstStyle/>
            <a:p>
              <a:pPr algn="ctr">
                <a:lnSpc>
                  <a:spcPts val="3223"/>
                </a:lnSpc>
              </a:pPr>
              <a:endParaRPr/>
            </a:p>
          </p:txBody>
        </p:sp>
      </p:grpSp>
      <p:grpSp>
        <p:nvGrpSpPr>
          <p:cNvPr id="31" name="Group 31"/>
          <p:cNvGrpSpPr/>
          <p:nvPr/>
        </p:nvGrpSpPr>
        <p:grpSpPr>
          <a:xfrm>
            <a:off x="10265679" y="3195786"/>
            <a:ext cx="2542658" cy="630432"/>
            <a:chOff x="0" y="0"/>
            <a:chExt cx="1250885" cy="310147"/>
          </a:xfrm>
        </p:grpSpPr>
        <p:sp>
          <p:nvSpPr>
            <p:cNvPr id="32" name="Freeform 32"/>
            <p:cNvSpPr/>
            <p:nvPr/>
          </p:nvSpPr>
          <p:spPr>
            <a:xfrm>
              <a:off x="0" y="0"/>
              <a:ext cx="1250885" cy="310147"/>
            </a:xfrm>
            <a:custGeom>
              <a:avLst/>
              <a:gdLst/>
              <a:ahLst/>
              <a:cxnLst/>
              <a:rect l="l" t="t" r="r" b="b"/>
              <a:pathLst>
                <a:path w="1250885" h="310147">
                  <a:moveTo>
                    <a:pt x="0" y="0"/>
                  </a:moveTo>
                  <a:lnTo>
                    <a:pt x="1250885" y="0"/>
                  </a:lnTo>
                  <a:lnTo>
                    <a:pt x="1250885"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33" name="TextBox 33"/>
            <p:cNvSpPr txBox="1"/>
            <p:nvPr/>
          </p:nvSpPr>
          <p:spPr>
            <a:xfrm>
              <a:off x="0" y="-57150"/>
              <a:ext cx="1250885" cy="367297"/>
            </a:xfrm>
            <a:prstGeom prst="rect">
              <a:avLst/>
            </a:prstGeom>
          </p:spPr>
          <p:txBody>
            <a:bodyPr lIns="50800" tIns="50800" rIns="50800" bIns="50800" rtlCol="0" anchor="ctr"/>
            <a:lstStyle/>
            <a:p>
              <a:pPr algn="ctr">
                <a:lnSpc>
                  <a:spcPts val="3223"/>
                </a:lnSpc>
              </a:pPr>
              <a:endParaRPr/>
            </a:p>
          </p:txBody>
        </p:sp>
      </p:grpSp>
      <p:sp>
        <p:nvSpPr>
          <p:cNvPr id="34" name="TextBox 34"/>
          <p:cNvSpPr txBox="1"/>
          <p:nvPr/>
        </p:nvSpPr>
        <p:spPr>
          <a:xfrm>
            <a:off x="10489814" y="3225801"/>
            <a:ext cx="2094387" cy="483870"/>
          </a:xfrm>
          <a:prstGeom prst="rect">
            <a:avLst/>
          </a:prstGeom>
        </p:spPr>
        <p:txBody>
          <a:bodyPr lIns="0" tIns="0" rIns="0" bIns="0" rtlCol="0" anchor="t">
            <a:spAutoFit/>
          </a:bodyPr>
          <a:lstStyle/>
          <a:p>
            <a:pPr algn="ctr">
              <a:lnSpc>
                <a:spcPts val="3779"/>
              </a:lnSpc>
              <a:spcBef>
                <a:spcPct val="0"/>
              </a:spcBef>
            </a:pPr>
            <a:r>
              <a:rPr lang="en-US" sz="2699" b="1">
                <a:solidFill>
                  <a:srgbClr val="FFFFFF"/>
                </a:solidFill>
                <a:latin typeface="Poppins Bold"/>
                <a:ea typeface="Poppins Bold"/>
                <a:cs typeface="Poppins Bold"/>
                <a:sym typeface="Poppins Bold"/>
              </a:rPr>
              <a:t>UPGRADES</a:t>
            </a:r>
          </a:p>
        </p:txBody>
      </p:sp>
      <p:sp>
        <p:nvSpPr>
          <p:cNvPr id="35" name="TextBox 35"/>
          <p:cNvSpPr txBox="1"/>
          <p:nvPr/>
        </p:nvSpPr>
        <p:spPr>
          <a:xfrm>
            <a:off x="3656496" y="4040511"/>
            <a:ext cx="3804160" cy="307022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000000"/>
                </a:solidFill>
                <a:latin typeface="Poppins"/>
                <a:ea typeface="Poppins"/>
                <a:cs typeface="Poppins"/>
                <a:sym typeface="Poppins"/>
              </a:rPr>
              <a:t>Fixed UI issues &amp; validation errors.</a:t>
            </a:r>
          </a:p>
          <a:p>
            <a:pPr marL="539749" lvl="1" indent="-269875" algn="l">
              <a:lnSpc>
                <a:spcPts val="3499"/>
              </a:lnSpc>
              <a:buFont typeface="Arial"/>
              <a:buChar char="•"/>
            </a:pPr>
            <a:r>
              <a:rPr lang="en-US" sz="2499">
                <a:solidFill>
                  <a:srgbClr val="000000"/>
                </a:solidFill>
                <a:latin typeface="Poppins"/>
                <a:ea typeface="Poppins"/>
                <a:cs typeface="Poppins"/>
                <a:sym typeface="Poppins"/>
              </a:rPr>
              <a:t>Improved error messages in APIs.</a:t>
            </a:r>
          </a:p>
          <a:p>
            <a:pPr marL="539749" lvl="1" indent="-269875" algn="l">
              <a:lnSpc>
                <a:spcPts val="3499"/>
              </a:lnSpc>
              <a:buFont typeface="Arial"/>
              <a:buChar char="•"/>
            </a:pPr>
            <a:r>
              <a:rPr lang="en-US" sz="2499">
                <a:solidFill>
                  <a:srgbClr val="000000"/>
                </a:solidFill>
                <a:latin typeface="Poppins"/>
                <a:ea typeface="Poppins"/>
                <a:cs typeface="Poppins"/>
                <a:sym typeface="Poppins"/>
              </a:rPr>
              <a:t>Enhanced responsiveness &amp; data flow.</a:t>
            </a:r>
          </a:p>
        </p:txBody>
      </p:sp>
      <p:sp>
        <p:nvSpPr>
          <p:cNvPr id="36" name="TextBox 36"/>
          <p:cNvSpPr txBox="1"/>
          <p:nvPr/>
        </p:nvSpPr>
        <p:spPr>
          <a:xfrm>
            <a:off x="9634928" y="4035768"/>
            <a:ext cx="3804160" cy="175577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000000"/>
                </a:solidFill>
                <a:latin typeface="Poppins"/>
                <a:ea typeface="Poppins"/>
                <a:cs typeface="Poppins"/>
                <a:sym typeface="Poppins"/>
              </a:rPr>
              <a:t>Customer panel</a:t>
            </a:r>
          </a:p>
          <a:p>
            <a:pPr marL="539749" lvl="1" indent="-269875" algn="l">
              <a:lnSpc>
                <a:spcPts val="3499"/>
              </a:lnSpc>
              <a:buFont typeface="Arial"/>
              <a:buChar char="•"/>
            </a:pPr>
            <a:r>
              <a:rPr lang="en-US" sz="2499">
                <a:solidFill>
                  <a:srgbClr val="000000"/>
                </a:solidFill>
                <a:latin typeface="Poppins"/>
                <a:ea typeface="Poppins"/>
                <a:cs typeface="Poppins"/>
                <a:sym typeface="Poppins"/>
              </a:rPr>
              <a:t>Email/SMS alerts</a:t>
            </a:r>
          </a:p>
          <a:p>
            <a:pPr marL="539749" lvl="1" indent="-269875" algn="l">
              <a:lnSpc>
                <a:spcPts val="3499"/>
              </a:lnSpc>
              <a:buFont typeface="Arial"/>
              <a:buChar char="•"/>
            </a:pPr>
            <a:r>
              <a:rPr lang="en-US" sz="2499">
                <a:solidFill>
                  <a:srgbClr val="000000"/>
                </a:solidFill>
                <a:latin typeface="Poppins"/>
                <a:ea typeface="Poppins"/>
                <a:cs typeface="Poppins"/>
                <a:sym typeface="Poppins"/>
              </a:rPr>
              <a:t>Real-time updates</a:t>
            </a:r>
          </a:p>
          <a:p>
            <a:pPr marL="539749" lvl="1" indent="-269875" algn="l">
              <a:lnSpc>
                <a:spcPts val="3499"/>
              </a:lnSpc>
              <a:buFont typeface="Arial"/>
              <a:buChar char="•"/>
            </a:pPr>
            <a:r>
              <a:rPr lang="en-US" sz="2499">
                <a:solidFill>
                  <a:srgbClr val="000000"/>
                </a:solidFill>
                <a:latin typeface="Poppins"/>
                <a:ea typeface="Poppins"/>
                <a:cs typeface="Poppins"/>
                <a:sym typeface="Poppins"/>
              </a:rPr>
              <a:t>More user roles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2" name="Freeform 2"/>
          <p:cNvSpPr/>
          <p:nvPr/>
        </p:nvSpPr>
        <p:spPr>
          <a:xfrm>
            <a:off x="15412587" y="7414263"/>
            <a:ext cx="3075969" cy="3075969"/>
          </a:xfrm>
          <a:custGeom>
            <a:avLst/>
            <a:gdLst/>
            <a:ahLst/>
            <a:cxnLst/>
            <a:rect l="l" t="t" r="r" b="b"/>
            <a:pathLst>
              <a:path w="3075969" h="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198113" y="-375135"/>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918901" y="7920577"/>
            <a:ext cx="2450523" cy="2450523"/>
          </a:xfrm>
          <a:custGeom>
            <a:avLst/>
            <a:gdLst/>
            <a:ahLst/>
            <a:cxnLst/>
            <a:rect l="l" t="t" r="r" b="b"/>
            <a:pathLst>
              <a:path w="2450523" h="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a:off x="-69201" y="-246222"/>
            <a:ext cx="2651689" cy="2651689"/>
          </a:xfrm>
          <a:custGeom>
            <a:avLst/>
            <a:gdLst/>
            <a:ahLst/>
            <a:cxnLst/>
            <a:rect l="l" t="t" r="r" b="b"/>
            <a:pathLst>
              <a:path w="2651689" h="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2700000">
            <a:off x="16750015" y="5360938"/>
            <a:ext cx="3075969" cy="3075969"/>
          </a:xfrm>
          <a:custGeom>
            <a:avLst/>
            <a:gdLst/>
            <a:ahLst/>
            <a:cxnLst/>
            <a:rect l="l" t="t" r="r" b="b"/>
            <a:pathLst>
              <a:path w="3075969" h="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8100000">
            <a:off x="-1664239" y="1924527"/>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7440198" y="9460152"/>
            <a:ext cx="1658065" cy="1639977"/>
          </a:xfrm>
          <a:custGeom>
            <a:avLst/>
            <a:gdLst/>
            <a:ahLst/>
            <a:cxnLst/>
            <a:rect l="l" t="t" r="r" b="b"/>
            <a:pathLst>
              <a:path w="1658065" h="1639977">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10800000">
            <a:off x="-857871" y="-1035099"/>
            <a:ext cx="1794177" cy="1774605"/>
          </a:xfrm>
          <a:custGeom>
            <a:avLst/>
            <a:gdLst/>
            <a:ahLst/>
            <a:cxnLst/>
            <a:rect l="l" t="t" r="r" b="b"/>
            <a:pathLst>
              <a:path w="1794177" h="1774605">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16757558" y="9002084"/>
            <a:ext cx="1180071" cy="143754"/>
          </a:xfrm>
          <a:custGeom>
            <a:avLst/>
            <a:gdLst/>
            <a:ahLst/>
            <a:cxnLst/>
            <a:rect l="l" t="t" r="r" b="b"/>
            <a:pathLst>
              <a:path w="1180071" h="143754">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rot="-10800000">
            <a:off x="398041" y="1079622"/>
            <a:ext cx="1276944" cy="155555"/>
          </a:xfrm>
          <a:custGeom>
            <a:avLst/>
            <a:gdLst/>
            <a:ahLst/>
            <a:cxnLst/>
            <a:rect l="l" t="t" r="r" b="b"/>
            <a:pathLst>
              <a:path w="1276944" h="155555">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638447" y="9343447"/>
            <a:ext cx="1432702" cy="442835"/>
          </a:xfrm>
          <a:custGeom>
            <a:avLst/>
            <a:gdLst/>
            <a:ahLst/>
            <a:cxnLst/>
            <a:rect l="l" t="t" r="r" b="b"/>
            <a:pathLst>
              <a:path w="1432702" h="442835">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flipH="1">
            <a:off x="16216852" y="500718"/>
            <a:ext cx="1432702" cy="442835"/>
          </a:xfrm>
          <a:custGeom>
            <a:avLst/>
            <a:gdLst/>
            <a:ahLst/>
            <a:cxnLst/>
            <a:rect l="l" t="t" r="r" b="b"/>
            <a:pathLst>
              <a:path w="1432702" h="442835">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14" name="Group 14"/>
          <p:cNvGrpSpPr/>
          <p:nvPr/>
        </p:nvGrpSpPr>
        <p:grpSpPr>
          <a:xfrm>
            <a:off x="5458077" y="1241246"/>
            <a:ext cx="7182587" cy="1030616"/>
            <a:chOff x="0" y="0"/>
            <a:chExt cx="2161483" cy="310147"/>
          </a:xfrm>
        </p:grpSpPr>
        <p:sp>
          <p:nvSpPr>
            <p:cNvPr id="15" name="Freeform 15"/>
            <p:cNvSpPr/>
            <p:nvPr/>
          </p:nvSpPr>
          <p:spPr>
            <a:xfrm>
              <a:off x="0" y="0"/>
              <a:ext cx="2161483" cy="310147"/>
            </a:xfrm>
            <a:custGeom>
              <a:avLst/>
              <a:gdLst/>
              <a:ahLst/>
              <a:cxnLst/>
              <a:rect l="l" t="t" r="r" b="b"/>
              <a:pathLst>
                <a:path w="2161483" h="310147">
                  <a:moveTo>
                    <a:pt x="0" y="0"/>
                  </a:moveTo>
                  <a:lnTo>
                    <a:pt x="2161483" y="0"/>
                  </a:lnTo>
                  <a:lnTo>
                    <a:pt x="2161483"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16" name="TextBox 16"/>
            <p:cNvSpPr txBox="1"/>
            <p:nvPr/>
          </p:nvSpPr>
          <p:spPr>
            <a:xfrm>
              <a:off x="0" y="-57150"/>
              <a:ext cx="2161483" cy="367297"/>
            </a:xfrm>
            <a:prstGeom prst="rect">
              <a:avLst/>
            </a:prstGeom>
          </p:spPr>
          <p:txBody>
            <a:bodyPr lIns="50800" tIns="50800" rIns="50800" bIns="50800" rtlCol="0" anchor="ctr"/>
            <a:lstStyle/>
            <a:p>
              <a:pPr algn="ctr">
                <a:lnSpc>
                  <a:spcPts val="3223"/>
                </a:lnSpc>
              </a:pPr>
              <a:endParaRPr/>
            </a:p>
          </p:txBody>
        </p:sp>
      </p:grpSp>
      <p:sp>
        <p:nvSpPr>
          <p:cNvPr id="17" name="TextBox 17"/>
          <p:cNvSpPr txBox="1"/>
          <p:nvPr/>
        </p:nvSpPr>
        <p:spPr>
          <a:xfrm>
            <a:off x="5631827" y="1281534"/>
            <a:ext cx="6813368" cy="816718"/>
          </a:xfrm>
          <a:prstGeom prst="rect">
            <a:avLst/>
          </a:prstGeom>
        </p:spPr>
        <p:txBody>
          <a:bodyPr lIns="0" tIns="0" rIns="0" bIns="0" rtlCol="0" anchor="t">
            <a:spAutoFit/>
          </a:bodyPr>
          <a:lstStyle/>
          <a:p>
            <a:pPr algn="ctr">
              <a:lnSpc>
                <a:spcPts val="6320"/>
              </a:lnSpc>
              <a:spcBef>
                <a:spcPct val="0"/>
              </a:spcBef>
            </a:pPr>
            <a:r>
              <a:rPr lang="en-US" sz="4514" b="1">
                <a:solidFill>
                  <a:srgbClr val="FFFFFF"/>
                </a:solidFill>
                <a:latin typeface="Poppins Bold"/>
                <a:ea typeface="Poppins Bold"/>
                <a:cs typeface="Poppins Bold"/>
                <a:sym typeface="Poppins Bold"/>
              </a:rPr>
              <a:t>SYSTEM REQUIREMENTS</a:t>
            </a:r>
          </a:p>
        </p:txBody>
      </p:sp>
      <p:sp>
        <p:nvSpPr>
          <p:cNvPr id="18" name="AutoShape 18"/>
          <p:cNvSpPr/>
          <p:nvPr/>
        </p:nvSpPr>
        <p:spPr>
          <a:xfrm>
            <a:off x="7891929" y="2865355"/>
            <a:ext cx="2504141" cy="0"/>
          </a:xfrm>
          <a:prstGeom prst="line">
            <a:avLst/>
          </a:prstGeom>
          <a:ln w="114300" cap="rnd">
            <a:solidFill>
              <a:srgbClr val="000000"/>
            </a:solidFill>
            <a:prstDash val="sysDot"/>
            <a:headEnd type="none" w="sm" len="sm"/>
            <a:tailEnd type="none" w="sm" len="sm"/>
          </a:ln>
        </p:spPr>
      </p:sp>
      <p:sp>
        <p:nvSpPr>
          <p:cNvPr id="19" name="AutoShape 19"/>
          <p:cNvSpPr/>
          <p:nvPr/>
        </p:nvSpPr>
        <p:spPr>
          <a:xfrm>
            <a:off x="7891929" y="9002084"/>
            <a:ext cx="2504141" cy="0"/>
          </a:xfrm>
          <a:prstGeom prst="line">
            <a:avLst/>
          </a:prstGeom>
          <a:ln w="114300" cap="rnd">
            <a:solidFill>
              <a:srgbClr val="000000"/>
            </a:solidFill>
            <a:prstDash val="sysDot"/>
            <a:headEnd type="none" w="sm" len="sm"/>
            <a:tailEnd type="none" w="sm" len="sm"/>
          </a:ln>
        </p:spPr>
      </p:sp>
      <p:sp>
        <p:nvSpPr>
          <p:cNvPr id="20" name="TextBox 20"/>
          <p:cNvSpPr txBox="1"/>
          <p:nvPr/>
        </p:nvSpPr>
        <p:spPr>
          <a:xfrm>
            <a:off x="2859903" y="4166150"/>
            <a:ext cx="12552684" cy="798830"/>
          </a:xfrm>
          <a:prstGeom prst="rect">
            <a:avLst/>
          </a:prstGeom>
        </p:spPr>
        <p:txBody>
          <a:bodyPr lIns="0" tIns="0" rIns="0" bIns="0" rtlCol="0" anchor="t">
            <a:spAutoFit/>
          </a:bodyPr>
          <a:lstStyle/>
          <a:p>
            <a:pPr marL="496571" lvl="1" indent="-248285" algn="l">
              <a:lnSpc>
                <a:spcPts val="3220"/>
              </a:lnSpc>
              <a:buFont typeface="Arial"/>
              <a:buChar char="•"/>
            </a:pPr>
            <a:r>
              <a:rPr lang="en-US" sz="2300">
                <a:solidFill>
                  <a:srgbClr val="000000"/>
                </a:solidFill>
                <a:latin typeface="Poppins"/>
                <a:ea typeface="Poppins"/>
                <a:cs typeface="Poppins"/>
                <a:sym typeface="Poppins"/>
              </a:rPr>
              <a:t>Minimum: i3, 4GB RAM, 100GB HDD</a:t>
            </a:r>
          </a:p>
          <a:p>
            <a:pPr marL="496571" lvl="1" indent="-248285" algn="l">
              <a:lnSpc>
                <a:spcPts val="3220"/>
              </a:lnSpc>
              <a:buFont typeface="Arial"/>
              <a:buChar char="•"/>
            </a:pPr>
            <a:r>
              <a:rPr lang="en-US" sz="2300">
                <a:solidFill>
                  <a:srgbClr val="000000"/>
                </a:solidFill>
                <a:latin typeface="Poppins"/>
                <a:ea typeface="Poppins"/>
                <a:cs typeface="Poppins"/>
                <a:sym typeface="Poppins"/>
              </a:rPr>
              <a:t>Recommended: i5+, 8GB RAM, SSD</a:t>
            </a:r>
          </a:p>
        </p:txBody>
      </p:sp>
      <p:sp>
        <p:nvSpPr>
          <p:cNvPr id="21" name="TextBox 21"/>
          <p:cNvSpPr txBox="1"/>
          <p:nvPr/>
        </p:nvSpPr>
        <p:spPr>
          <a:xfrm>
            <a:off x="2867658" y="5897757"/>
            <a:ext cx="12552684" cy="2799080"/>
          </a:xfrm>
          <a:prstGeom prst="rect">
            <a:avLst/>
          </a:prstGeom>
        </p:spPr>
        <p:txBody>
          <a:bodyPr lIns="0" tIns="0" rIns="0" bIns="0" rtlCol="0" anchor="t">
            <a:spAutoFit/>
          </a:bodyPr>
          <a:lstStyle/>
          <a:p>
            <a:pPr marL="496571" lvl="1" indent="-248285" algn="l">
              <a:lnSpc>
                <a:spcPts val="3220"/>
              </a:lnSpc>
              <a:buFont typeface="Arial"/>
              <a:buChar char="•"/>
            </a:pPr>
            <a:r>
              <a:rPr lang="en-US" sz="2300">
                <a:solidFill>
                  <a:srgbClr val="000000"/>
                </a:solidFill>
                <a:latin typeface="Poppins"/>
                <a:ea typeface="Poppins"/>
                <a:cs typeface="Poppins"/>
                <a:sym typeface="Poppins"/>
              </a:rPr>
              <a:t>Windows/Linux/macOS</a:t>
            </a:r>
          </a:p>
          <a:p>
            <a:pPr marL="496571" lvl="1" indent="-248285" algn="l">
              <a:lnSpc>
                <a:spcPts val="3220"/>
              </a:lnSpc>
              <a:buFont typeface="Arial"/>
              <a:buChar char="•"/>
            </a:pPr>
            <a:r>
              <a:rPr lang="en-US" sz="2300">
                <a:solidFill>
                  <a:srgbClr val="000000"/>
                </a:solidFill>
                <a:latin typeface="Poppins"/>
                <a:ea typeface="Poppins"/>
                <a:cs typeface="Poppins"/>
                <a:sym typeface="Poppins"/>
              </a:rPr>
              <a:t>VS Code</a:t>
            </a:r>
          </a:p>
          <a:p>
            <a:pPr marL="496571" lvl="1" indent="-248285" algn="l">
              <a:lnSpc>
                <a:spcPts val="3220"/>
              </a:lnSpc>
              <a:buFont typeface="Arial"/>
              <a:buChar char="•"/>
            </a:pPr>
            <a:r>
              <a:rPr lang="en-US" sz="2300">
                <a:solidFill>
                  <a:srgbClr val="000000"/>
                </a:solidFill>
                <a:latin typeface="Poppins"/>
                <a:ea typeface="Poppins"/>
                <a:cs typeface="Poppins"/>
                <a:sym typeface="Poppins"/>
              </a:rPr>
              <a:t>Node.js, Express.js</a:t>
            </a:r>
          </a:p>
          <a:p>
            <a:pPr marL="496571" lvl="1" indent="-248285" algn="l">
              <a:lnSpc>
                <a:spcPts val="3220"/>
              </a:lnSpc>
              <a:buFont typeface="Arial"/>
              <a:buChar char="•"/>
            </a:pPr>
            <a:r>
              <a:rPr lang="en-US" sz="2300">
                <a:solidFill>
                  <a:srgbClr val="000000"/>
                </a:solidFill>
                <a:latin typeface="Poppins"/>
                <a:ea typeface="Poppins"/>
                <a:cs typeface="Poppins"/>
                <a:sym typeface="Poppins"/>
              </a:rPr>
              <a:t>React.js + Vite</a:t>
            </a:r>
          </a:p>
          <a:p>
            <a:pPr marL="496571" lvl="1" indent="-248285" algn="l">
              <a:lnSpc>
                <a:spcPts val="3220"/>
              </a:lnSpc>
              <a:buFont typeface="Arial"/>
              <a:buChar char="•"/>
            </a:pPr>
            <a:r>
              <a:rPr lang="en-US" sz="2300">
                <a:solidFill>
                  <a:srgbClr val="000000"/>
                </a:solidFill>
                <a:latin typeface="Poppins"/>
                <a:ea typeface="Poppins"/>
                <a:cs typeface="Poppins"/>
                <a:sym typeface="Poppins"/>
              </a:rPr>
              <a:t>MongoDB + Compass</a:t>
            </a:r>
          </a:p>
          <a:p>
            <a:pPr marL="496571" lvl="1" indent="-248285" algn="l">
              <a:lnSpc>
                <a:spcPts val="3220"/>
              </a:lnSpc>
              <a:buFont typeface="Arial"/>
              <a:buChar char="•"/>
            </a:pPr>
            <a:r>
              <a:rPr lang="en-US" sz="2300">
                <a:solidFill>
                  <a:srgbClr val="000000"/>
                </a:solidFill>
                <a:latin typeface="Poppins"/>
                <a:ea typeface="Poppins"/>
                <a:cs typeface="Poppins"/>
                <a:sym typeface="Poppins"/>
              </a:rPr>
              <a:t>Chrome/Firefox</a:t>
            </a:r>
          </a:p>
          <a:p>
            <a:pPr algn="l">
              <a:lnSpc>
                <a:spcPts val="3220"/>
              </a:lnSpc>
              <a:spcBef>
                <a:spcPct val="0"/>
              </a:spcBef>
            </a:pPr>
            <a:endParaRPr lang="en-US" sz="2300">
              <a:solidFill>
                <a:srgbClr val="000000"/>
              </a:solidFill>
              <a:latin typeface="Poppins"/>
              <a:ea typeface="Poppins"/>
              <a:cs typeface="Poppins"/>
              <a:sym typeface="Poppins"/>
            </a:endParaRPr>
          </a:p>
        </p:txBody>
      </p:sp>
      <p:grpSp>
        <p:nvGrpSpPr>
          <p:cNvPr id="22" name="Group 22"/>
          <p:cNvGrpSpPr/>
          <p:nvPr/>
        </p:nvGrpSpPr>
        <p:grpSpPr>
          <a:xfrm>
            <a:off x="2859903" y="3486744"/>
            <a:ext cx="3742646" cy="630432"/>
            <a:chOff x="0" y="0"/>
            <a:chExt cx="1841230" cy="310147"/>
          </a:xfrm>
        </p:grpSpPr>
        <p:sp>
          <p:nvSpPr>
            <p:cNvPr id="23" name="Freeform 23"/>
            <p:cNvSpPr/>
            <p:nvPr/>
          </p:nvSpPr>
          <p:spPr>
            <a:xfrm>
              <a:off x="0" y="0"/>
              <a:ext cx="1841230" cy="310147"/>
            </a:xfrm>
            <a:custGeom>
              <a:avLst/>
              <a:gdLst/>
              <a:ahLst/>
              <a:cxnLst/>
              <a:rect l="l" t="t" r="r" b="b"/>
              <a:pathLst>
                <a:path w="1841230" h="310147">
                  <a:moveTo>
                    <a:pt x="0" y="0"/>
                  </a:moveTo>
                  <a:lnTo>
                    <a:pt x="1841230" y="0"/>
                  </a:lnTo>
                  <a:lnTo>
                    <a:pt x="1841230"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24" name="TextBox 24"/>
            <p:cNvSpPr txBox="1"/>
            <p:nvPr/>
          </p:nvSpPr>
          <p:spPr>
            <a:xfrm>
              <a:off x="0" y="-57150"/>
              <a:ext cx="1841230" cy="367297"/>
            </a:xfrm>
            <a:prstGeom prst="rect">
              <a:avLst/>
            </a:prstGeom>
          </p:spPr>
          <p:txBody>
            <a:bodyPr lIns="50800" tIns="50800" rIns="50800" bIns="50800" rtlCol="0" anchor="ctr"/>
            <a:lstStyle/>
            <a:p>
              <a:pPr algn="ctr">
                <a:lnSpc>
                  <a:spcPts val="3223"/>
                </a:lnSpc>
              </a:pPr>
              <a:endParaRPr/>
            </a:p>
          </p:txBody>
        </p:sp>
      </p:grpSp>
      <p:grpSp>
        <p:nvGrpSpPr>
          <p:cNvPr id="25" name="Group 25"/>
          <p:cNvGrpSpPr/>
          <p:nvPr/>
        </p:nvGrpSpPr>
        <p:grpSpPr>
          <a:xfrm>
            <a:off x="2859903" y="5143500"/>
            <a:ext cx="4790304" cy="630432"/>
            <a:chOff x="0" y="0"/>
            <a:chExt cx="2356636" cy="310147"/>
          </a:xfrm>
        </p:grpSpPr>
        <p:sp>
          <p:nvSpPr>
            <p:cNvPr id="26" name="Freeform 26"/>
            <p:cNvSpPr/>
            <p:nvPr/>
          </p:nvSpPr>
          <p:spPr>
            <a:xfrm>
              <a:off x="0" y="0"/>
              <a:ext cx="2356636" cy="310147"/>
            </a:xfrm>
            <a:custGeom>
              <a:avLst/>
              <a:gdLst/>
              <a:ahLst/>
              <a:cxnLst/>
              <a:rect l="l" t="t" r="r" b="b"/>
              <a:pathLst>
                <a:path w="2356636" h="310147">
                  <a:moveTo>
                    <a:pt x="0" y="0"/>
                  </a:moveTo>
                  <a:lnTo>
                    <a:pt x="2356636" y="0"/>
                  </a:lnTo>
                  <a:lnTo>
                    <a:pt x="2356636"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27" name="TextBox 27"/>
            <p:cNvSpPr txBox="1"/>
            <p:nvPr/>
          </p:nvSpPr>
          <p:spPr>
            <a:xfrm>
              <a:off x="0" y="-57150"/>
              <a:ext cx="2356636" cy="367297"/>
            </a:xfrm>
            <a:prstGeom prst="rect">
              <a:avLst/>
            </a:prstGeom>
          </p:spPr>
          <p:txBody>
            <a:bodyPr lIns="50800" tIns="50800" rIns="50800" bIns="50800" rtlCol="0" anchor="ctr"/>
            <a:lstStyle/>
            <a:p>
              <a:pPr algn="ctr">
                <a:lnSpc>
                  <a:spcPts val="3223"/>
                </a:lnSpc>
              </a:pPr>
              <a:endParaRPr/>
            </a:p>
          </p:txBody>
        </p:sp>
      </p:grpSp>
      <p:sp>
        <p:nvSpPr>
          <p:cNvPr id="28" name="TextBox 28"/>
          <p:cNvSpPr txBox="1"/>
          <p:nvPr/>
        </p:nvSpPr>
        <p:spPr>
          <a:xfrm>
            <a:off x="3037199" y="3521925"/>
            <a:ext cx="3388054" cy="483870"/>
          </a:xfrm>
          <a:prstGeom prst="rect">
            <a:avLst/>
          </a:prstGeom>
        </p:spPr>
        <p:txBody>
          <a:bodyPr lIns="0" tIns="0" rIns="0" bIns="0" rtlCol="0" anchor="t">
            <a:spAutoFit/>
          </a:bodyPr>
          <a:lstStyle/>
          <a:p>
            <a:pPr algn="l">
              <a:lnSpc>
                <a:spcPts val="3779"/>
              </a:lnSpc>
              <a:spcBef>
                <a:spcPct val="0"/>
              </a:spcBef>
            </a:pPr>
            <a:r>
              <a:rPr lang="en-US" sz="2699" b="1">
                <a:solidFill>
                  <a:srgbClr val="FFFFFF"/>
                </a:solidFill>
                <a:latin typeface="Poppins Bold"/>
                <a:ea typeface="Poppins Bold"/>
                <a:cs typeface="Poppins Bold"/>
                <a:sym typeface="Poppins Bold"/>
              </a:rPr>
              <a:t>HARDWARE</a:t>
            </a:r>
          </a:p>
        </p:txBody>
      </p:sp>
      <p:sp>
        <p:nvSpPr>
          <p:cNvPr id="29" name="TextBox 29"/>
          <p:cNvSpPr txBox="1"/>
          <p:nvPr/>
        </p:nvSpPr>
        <p:spPr>
          <a:xfrm>
            <a:off x="3037199" y="5178681"/>
            <a:ext cx="4408323" cy="483870"/>
          </a:xfrm>
          <a:prstGeom prst="rect">
            <a:avLst/>
          </a:prstGeom>
        </p:spPr>
        <p:txBody>
          <a:bodyPr lIns="0" tIns="0" rIns="0" bIns="0" rtlCol="0" anchor="t">
            <a:spAutoFit/>
          </a:bodyPr>
          <a:lstStyle/>
          <a:p>
            <a:pPr algn="l">
              <a:lnSpc>
                <a:spcPts val="3779"/>
              </a:lnSpc>
              <a:spcBef>
                <a:spcPct val="0"/>
              </a:spcBef>
            </a:pPr>
            <a:r>
              <a:rPr lang="en-US" sz="2699" b="1">
                <a:solidFill>
                  <a:srgbClr val="FFFFFF"/>
                </a:solidFill>
                <a:latin typeface="Poppins Bold"/>
                <a:ea typeface="Poppins Bold"/>
                <a:cs typeface="Poppins Bold"/>
                <a:sym typeface="Poppins Bold"/>
              </a:rPr>
              <a:t>SOFTWARE</a:t>
            </a:r>
          </a:p>
        </p:txBody>
      </p:sp>
      <p:sp>
        <p:nvSpPr>
          <p:cNvPr id="30" name="TextBox 30"/>
          <p:cNvSpPr txBox="1"/>
          <p:nvPr/>
        </p:nvSpPr>
        <p:spPr>
          <a:xfrm>
            <a:off x="4071033" y="9327060"/>
            <a:ext cx="10132128" cy="398721"/>
          </a:xfrm>
          <a:prstGeom prst="rect">
            <a:avLst/>
          </a:prstGeom>
        </p:spPr>
        <p:txBody>
          <a:bodyPr lIns="0" tIns="0" rIns="0" bIns="0" rtlCol="0" anchor="t">
            <a:spAutoFit/>
          </a:bodyPr>
          <a:lstStyle/>
          <a:p>
            <a:pPr algn="ctr">
              <a:lnSpc>
                <a:spcPts val="3223"/>
              </a:lnSpc>
              <a:spcBef>
                <a:spcPct val="0"/>
              </a:spcBef>
            </a:pPr>
            <a:r>
              <a:rPr lang="en-US" sz="2302" u="sng">
                <a:solidFill>
                  <a:srgbClr val="000000"/>
                </a:solidFill>
                <a:latin typeface="Poppins"/>
                <a:ea typeface="Poppins"/>
                <a:cs typeface="Poppins"/>
                <a:sym typeface="Poppins"/>
                <a:hlinkClick r:id="rId12" tooltip="https://trackplace.preview.emergentagent.com"/>
              </a:rPr>
              <a:t>https://trackplace.preview.emergentagent.com/</a:t>
            </a:r>
          </a:p>
        </p:txBody>
      </p:sp>
      <p:grpSp>
        <p:nvGrpSpPr>
          <p:cNvPr id="31" name="Group 31"/>
          <p:cNvGrpSpPr/>
          <p:nvPr/>
        </p:nvGrpSpPr>
        <p:grpSpPr>
          <a:xfrm>
            <a:off x="11424675" y="3646271"/>
            <a:ext cx="4197256" cy="4255322"/>
            <a:chOff x="0" y="0"/>
            <a:chExt cx="1023795" cy="1037958"/>
          </a:xfrm>
        </p:grpSpPr>
        <p:sp>
          <p:nvSpPr>
            <p:cNvPr id="32" name="Freeform 32"/>
            <p:cNvSpPr/>
            <p:nvPr/>
          </p:nvSpPr>
          <p:spPr>
            <a:xfrm>
              <a:off x="0" y="0"/>
              <a:ext cx="1023795" cy="1037958"/>
            </a:xfrm>
            <a:custGeom>
              <a:avLst/>
              <a:gdLst/>
              <a:ahLst/>
              <a:cxnLst/>
              <a:rect l="l" t="t" r="r" b="b"/>
              <a:pathLst>
                <a:path w="1023795" h="1037958">
                  <a:moveTo>
                    <a:pt x="0" y="0"/>
                  </a:moveTo>
                  <a:lnTo>
                    <a:pt x="1023795" y="0"/>
                  </a:lnTo>
                  <a:lnTo>
                    <a:pt x="1023795" y="1037958"/>
                  </a:lnTo>
                  <a:lnTo>
                    <a:pt x="0" y="1037958"/>
                  </a:lnTo>
                  <a:close/>
                </a:path>
              </a:pathLst>
            </a:custGeom>
            <a:solidFill>
              <a:srgbClr val="000000">
                <a:alpha val="0"/>
              </a:srgbClr>
            </a:solidFill>
            <a:ln w="38100" cap="sq">
              <a:solidFill>
                <a:srgbClr val="000000"/>
              </a:solidFill>
              <a:prstDash val="solid"/>
              <a:miter/>
            </a:ln>
          </p:spPr>
        </p:sp>
        <p:sp>
          <p:nvSpPr>
            <p:cNvPr id="33" name="TextBox 33"/>
            <p:cNvSpPr txBox="1"/>
            <p:nvPr/>
          </p:nvSpPr>
          <p:spPr>
            <a:xfrm>
              <a:off x="0" y="-57150"/>
              <a:ext cx="1023795" cy="1095108"/>
            </a:xfrm>
            <a:prstGeom prst="rect">
              <a:avLst/>
            </a:prstGeom>
          </p:spPr>
          <p:txBody>
            <a:bodyPr lIns="50800" tIns="50800" rIns="50800" bIns="50800" rtlCol="0" anchor="ctr"/>
            <a:lstStyle/>
            <a:p>
              <a:pPr algn="ctr">
                <a:lnSpc>
                  <a:spcPts val="3223"/>
                </a:lnSpc>
              </a:pPr>
              <a:endParaRPr/>
            </a:p>
          </p:txBody>
        </p:sp>
      </p:grpSp>
      <p:grpSp>
        <p:nvGrpSpPr>
          <p:cNvPr id="34" name="Group 34"/>
          <p:cNvGrpSpPr/>
          <p:nvPr/>
        </p:nvGrpSpPr>
        <p:grpSpPr>
          <a:xfrm>
            <a:off x="11682161" y="3932790"/>
            <a:ext cx="3682284" cy="3682284"/>
            <a:chOff x="0" y="0"/>
            <a:chExt cx="812800" cy="812800"/>
          </a:xfrm>
        </p:grpSpPr>
        <p:sp>
          <p:nvSpPr>
            <p:cNvPr id="35" name="Freeform 3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13"/>
              <a:stretch>
                <a:fillRect l="-25046" r="-25046"/>
              </a:stretch>
            </a:blip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2" name="Freeform 2"/>
          <p:cNvSpPr/>
          <p:nvPr/>
        </p:nvSpPr>
        <p:spPr>
          <a:xfrm>
            <a:off x="15412587" y="7414263"/>
            <a:ext cx="3075969" cy="3075969"/>
          </a:xfrm>
          <a:custGeom>
            <a:avLst/>
            <a:gdLst/>
            <a:ahLst/>
            <a:cxnLst/>
            <a:rect l="l" t="t" r="r" b="b"/>
            <a:pathLst>
              <a:path w="3075969" h="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198113" y="-375135"/>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918901" y="7920577"/>
            <a:ext cx="2450523" cy="2450523"/>
          </a:xfrm>
          <a:custGeom>
            <a:avLst/>
            <a:gdLst/>
            <a:ahLst/>
            <a:cxnLst/>
            <a:rect l="l" t="t" r="r" b="b"/>
            <a:pathLst>
              <a:path w="2450523" h="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a:off x="-69201" y="-246222"/>
            <a:ext cx="2651689" cy="2651689"/>
          </a:xfrm>
          <a:custGeom>
            <a:avLst/>
            <a:gdLst/>
            <a:ahLst/>
            <a:cxnLst/>
            <a:rect l="l" t="t" r="r" b="b"/>
            <a:pathLst>
              <a:path w="2651689" h="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2700000">
            <a:off x="16750015" y="5360938"/>
            <a:ext cx="3075969" cy="3075969"/>
          </a:xfrm>
          <a:custGeom>
            <a:avLst/>
            <a:gdLst/>
            <a:ahLst/>
            <a:cxnLst/>
            <a:rect l="l" t="t" r="r" b="b"/>
            <a:pathLst>
              <a:path w="3075969" h="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8100000">
            <a:off x="-1664239" y="1924527"/>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7440198" y="9460152"/>
            <a:ext cx="1658065" cy="1639977"/>
          </a:xfrm>
          <a:custGeom>
            <a:avLst/>
            <a:gdLst/>
            <a:ahLst/>
            <a:cxnLst/>
            <a:rect l="l" t="t" r="r" b="b"/>
            <a:pathLst>
              <a:path w="1658065" h="1639977">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10800000">
            <a:off x="-857871" y="-1035099"/>
            <a:ext cx="1794177" cy="1774605"/>
          </a:xfrm>
          <a:custGeom>
            <a:avLst/>
            <a:gdLst/>
            <a:ahLst/>
            <a:cxnLst/>
            <a:rect l="l" t="t" r="r" b="b"/>
            <a:pathLst>
              <a:path w="1794177" h="1774605">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16757558" y="9002084"/>
            <a:ext cx="1180071" cy="143754"/>
          </a:xfrm>
          <a:custGeom>
            <a:avLst/>
            <a:gdLst/>
            <a:ahLst/>
            <a:cxnLst/>
            <a:rect l="l" t="t" r="r" b="b"/>
            <a:pathLst>
              <a:path w="1180071" h="143754">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rot="-10800000">
            <a:off x="398041" y="1079622"/>
            <a:ext cx="1276944" cy="155555"/>
          </a:xfrm>
          <a:custGeom>
            <a:avLst/>
            <a:gdLst/>
            <a:ahLst/>
            <a:cxnLst/>
            <a:rect l="l" t="t" r="r" b="b"/>
            <a:pathLst>
              <a:path w="1276944" h="155555">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638447" y="9343447"/>
            <a:ext cx="1432702" cy="442835"/>
          </a:xfrm>
          <a:custGeom>
            <a:avLst/>
            <a:gdLst/>
            <a:ahLst/>
            <a:cxnLst/>
            <a:rect l="l" t="t" r="r" b="b"/>
            <a:pathLst>
              <a:path w="1432702" h="442835">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flipH="1">
            <a:off x="16216852" y="500718"/>
            <a:ext cx="1432702" cy="442835"/>
          </a:xfrm>
          <a:custGeom>
            <a:avLst/>
            <a:gdLst/>
            <a:ahLst/>
            <a:cxnLst/>
            <a:rect l="l" t="t" r="r" b="b"/>
            <a:pathLst>
              <a:path w="1432702" h="442835">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14" name="Group 14"/>
          <p:cNvGrpSpPr/>
          <p:nvPr/>
        </p:nvGrpSpPr>
        <p:grpSpPr>
          <a:xfrm>
            <a:off x="6366890" y="1241246"/>
            <a:ext cx="5538711" cy="1030616"/>
            <a:chOff x="0" y="0"/>
            <a:chExt cx="1666785" cy="310147"/>
          </a:xfrm>
        </p:grpSpPr>
        <p:sp>
          <p:nvSpPr>
            <p:cNvPr id="15" name="Freeform 15"/>
            <p:cNvSpPr/>
            <p:nvPr/>
          </p:nvSpPr>
          <p:spPr>
            <a:xfrm>
              <a:off x="0" y="0"/>
              <a:ext cx="1666785" cy="310147"/>
            </a:xfrm>
            <a:custGeom>
              <a:avLst/>
              <a:gdLst/>
              <a:ahLst/>
              <a:cxnLst/>
              <a:rect l="l" t="t" r="r" b="b"/>
              <a:pathLst>
                <a:path w="1666785" h="310147">
                  <a:moveTo>
                    <a:pt x="0" y="0"/>
                  </a:moveTo>
                  <a:lnTo>
                    <a:pt x="1666785" y="0"/>
                  </a:lnTo>
                  <a:lnTo>
                    <a:pt x="1666785"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16" name="TextBox 16"/>
            <p:cNvSpPr txBox="1"/>
            <p:nvPr/>
          </p:nvSpPr>
          <p:spPr>
            <a:xfrm>
              <a:off x="0" y="-57150"/>
              <a:ext cx="1666785" cy="367297"/>
            </a:xfrm>
            <a:prstGeom prst="rect">
              <a:avLst/>
            </a:prstGeom>
          </p:spPr>
          <p:txBody>
            <a:bodyPr lIns="50800" tIns="50800" rIns="50800" bIns="50800" rtlCol="0" anchor="ctr"/>
            <a:lstStyle/>
            <a:p>
              <a:pPr algn="ctr">
                <a:lnSpc>
                  <a:spcPts val="3223"/>
                </a:lnSpc>
              </a:pPr>
              <a:endParaRPr/>
            </a:p>
          </p:txBody>
        </p:sp>
      </p:grpSp>
      <p:sp>
        <p:nvSpPr>
          <p:cNvPr id="17" name="TextBox 17"/>
          <p:cNvSpPr txBox="1"/>
          <p:nvPr/>
        </p:nvSpPr>
        <p:spPr>
          <a:xfrm>
            <a:off x="6560546" y="1281534"/>
            <a:ext cx="5151398" cy="816718"/>
          </a:xfrm>
          <a:prstGeom prst="rect">
            <a:avLst/>
          </a:prstGeom>
        </p:spPr>
        <p:txBody>
          <a:bodyPr lIns="0" tIns="0" rIns="0" bIns="0" rtlCol="0" anchor="t">
            <a:spAutoFit/>
          </a:bodyPr>
          <a:lstStyle/>
          <a:p>
            <a:pPr algn="ctr">
              <a:lnSpc>
                <a:spcPts val="6320"/>
              </a:lnSpc>
              <a:spcBef>
                <a:spcPct val="0"/>
              </a:spcBef>
            </a:pPr>
            <a:r>
              <a:rPr lang="en-US" sz="4514" b="1">
                <a:solidFill>
                  <a:srgbClr val="FFFFFF"/>
                </a:solidFill>
                <a:latin typeface="Poppins Bold"/>
                <a:ea typeface="Poppins Bold"/>
                <a:cs typeface="Poppins Bold"/>
                <a:sym typeface="Poppins Bold"/>
              </a:rPr>
              <a:t>DFD’S</a:t>
            </a:r>
          </a:p>
        </p:txBody>
      </p:sp>
      <p:sp>
        <p:nvSpPr>
          <p:cNvPr id="18" name="AutoShape 18"/>
          <p:cNvSpPr/>
          <p:nvPr/>
        </p:nvSpPr>
        <p:spPr>
          <a:xfrm>
            <a:off x="7891929" y="2865355"/>
            <a:ext cx="2504141" cy="0"/>
          </a:xfrm>
          <a:prstGeom prst="line">
            <a:avLst/>
          </a:prstGeom>
          <a:ln w="114300" cap="rnd">
            <a:solidFill>
              <a:srgbClr val="000000"/>
            </a:solidFill>
            <a:prstDash val="sysDot"/>
            <a:headEnd type="none" w="sm" len="sm"/>
            <a:tailEnd type="none" w="sm" len="sm"/>
          </a:ln>
        </p:spPr>
      </p:sp>
      <p:sp>
        <p:nvSpPr>
          <p:cNvPr id="19" name="AutoShape 19"/>
          <p:cNvSpPr/>
          <p:nvPr/>
        </p:nvSpPr>
        <p:spPr>
          <a:xfrm>
            <a:off x="7884175" y="8323822"/>
            <a:ext cx="2504141" cy="0"/>
          </a:xfrm>
          <a:prstGeom prst="line">
            <a:avLst/>
          </a:prstGeom>
          <a:ln w="114300" cap="rnd">
            <a:solidFill>
              <a:srgbClr val="000000"/>
            </a:solidFill>
            <a:prstDash val="sysDot"/>
            <a:headEnd type="none" w="sm" len="sm"/>
            <a:tailEnd type="none" w="sm" len="sm"/>
          </a:ln>
        </p:spPr>
      </p:sp>
      <p:grpSp>
        <p:nvGrpSpPr>
          <p:cNvPr id="20" name="Group 20"/>
          <p:cNvGrpSpPr/>
          <p:nvPr/>
        </p:nvGrpSpPr>
        <p:grpSpPr>
          <a:xfrm>
            <a:off x="2238690" y="3523353"/>
            <a:ext cx="972766" cy="761320"/>
            <a:chOff x="0" y="0"/>
            <a:chExt cx="568927" cy="445262"/>
          </a:xfrm>
        </p:grpSpPr>
        <p:sp>
          <p:nvSpPr>
            <p:cNvPr id="21" name="Freeform 21"/>
            <p:cNvSpPr/>
            <p:nvPr/>
          </p:nvSpPr>
          <p:spPr>
            <a:xfrm>
              <a:off x="0" y="0"/>
              <a:ext cx="568927" cy="445262"/>
            </a:xfrm>
            <a:custGeom>
              <a:avLst/>
              <a:gdLst/>
              <a:ahLst/>
              <a:cxnLst/>
              <a:rect l="l" t="t" r="r" b="b"/>
              <a:pathLst>
                <a:path w="568927" h="445262">
                  <a:moveTo>
                    <a:pt x="0" y="0"/>
                  </a:moveTo>
                  <a:lnTo>
                    <a:pt x="568927" y="0"/>
                  </a:lnTo>
                  <a:lnTo>
                    <a:pt x="568927" y="445262"/>
                  </a:lnTo>
                  <a:lnTo>
                    <a:pt x="0" y="445262"/>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22" name="TextBox 22"/>
            <p:cNvSpPr txBox="1"/>
            <p:nvPr/>
          </p:nvSpPr>
          <p:spPr>
            <a:xfrm>
              <a:off x="0" y="-57150"/>
              <a:ext cx="568927" cy="502412"/>
            </a:xfrm>
            <a:prstGeom prst="rect">
              <a:avLst/>
            </a:prstGeom>
          </p:spPr>
          <p:txBody>
            <a:bodyPr lIns="50800" tIns="50800" rIns="50800" bIns="50800" rtlCol="0" anchor="ctr"/>
            <a:lstStyle/>
            <a:p>
              <a:pPr algn="ctr">
                <a:lnSpc>
                  <a:spcPts val="3223"/>
                </a:lnSpc>
              </a:pPr>
              <a:endParaRPr/>
            </a:p>
          </p:txBody>
        </p:sp>
      </p:grpSp>
      <p:grpSp>
        <p:nvGrpSpPr>
          <p:cNvPr id="23" name="Group 23"/>
          <p:cNvGrpSpPr/>
          <p:nvPr/>
        </p:nvGrpSpPr>
        <p:grpSpPr>
          <a:xfrm>
            <a:off x="2238690" y="5180109"/>
            <a:ext cx="972766" cy="761320"/>
            <a:chOff x="0" y="0"/>
            <a:chExt cx="568927" cy="445262"/>
          </a:xfrm>
        </p:grpSpPr>
        <p:sp>
          <p:nvSpPr>
            <p:cNvPr id="24" name="Freeform 24"/>
            <p:cNvSpPr/>
            <p:nvPr/>
          </p:nvSpPr>
          <p:spPr>
            <a:xfrm>
              <a:off x="0" y="0"/>
              <a:ext cx="568927" cy="445262"/>
            </a:xfrm>
            <a:custGeom>
              <a:avLst/>
              <a:gdLst/>
              <a:ahLst/>
              <a:cxnLst/>
              <a:rect l="l" t="t" r="r" b="b"/>
              <a:pathLst>
                <a:path w="568927" h="445262">
                  <a:moveTo>
                    <a:pt x="0" y="0"/>
                  </a:moveTo>
                  <a:lnTo>
                    <a:pt x="568927" y="0"/>
                  </a:lnTo>
                  <a:lnTo>
                    <a:pt x="568927" y="445262"/>
                  </a:lnTo>
                  <a:lnTo>
                    <a:pt x="0" y="445262"/>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25" name="TextBox 25"/>
            <p:cNvSpPr txBox="1"/>
            <p:nvPr/>
          </p:nvSpPr>
          <p:spPr>
            <a:xfrm>
              <a:off x="0" y="-57150"/>
              <a:ext cx="568927" cy="502412"/>
            </a:xfrm>
            <a:prstGeom prst="rect">
              <a:avLst/>
            </a:prstGeom>
          </p:spPr>
          <p:txBody>
            <a:bodyPr lIns="50800" tIns="50800" rIns="50800" bIns="50800" rtlCol="0" anchor="ctr"/>
            <a:lstStyle/>
            <a:p>
              <a:pPr algn="ctr">
                <a:lnSpc>
                  <a:spcPts val="3223"/>
                </a:lnSpc>
              </a:pPr>
              <a:endParaRPr/>
            </a:p>
          </p:txBody>
        </p:sp>
      </p:grpSp>
      <p:grpSp>
        <p:nvGrpSpPr>
          <p:cNvPr id="26" name="Group 26"/>
          <p:cNvGrpSpPr/>
          <p:nvPr/>
        </p:nvGrpSpPr>
        <p:grpSpPr>
          <a:xfrm>
            <a:off x="2238690" y="6832689"/>
            <a:ext cx="972766" cy="761320"/>
            <a:chOff x="0" y="0"/>
            <a:chExt cx="568927" cy="445262"/>
          </a:xfrm>
        </p:grpSpPr>
        <p:sp>
          <p:nvSpPr>
            <p:cNvPr id="27" name="Freeform 27"/>
            <p:cNvSpPr/>
            <p:nvPr/>
          </p:nvSpPr>
          <p:spPr>
            <a:xfrm>
              <a:off x="0" y="0"/>
              <a:ext cx="568927" cy="445262"/>
            </a:xfrm>
            <a:custGeom>
              <a:avLst/>
              <a:gdLst/>
              <a:ahLst/>
              <a:cxnLst/>
              <a:rect l="l" t="t" r="r" b="b"/>
              <a:pathLst>
                <a:path w="568927" h="445262">
                  <a:moveTo>
                    <a:pt x="0" y="0"/>
                  </a:moveTo>
                  <a:lnTo>
                    <a:pt x="568927" y="0"/>
                  </a:lnTo>
                  <a:lnTo>
                    <a:pt x="568927" y="445262"/>
                  </a:lnTo>
                  <a:lnTo>
                    <a:pt x="0" y="445262"/>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28" name="TextBox 28"/>
            <p:cNvSpPr txBox="1"/>
            <p:nvPr/>
          </p:nvSpPr>
          <p:spPr>
            <a:xfrm>
              <a:off x="0" y="-57150"/>
              <a:ext cx="568927" cy="502412"/>
            </a:xfrm>
            <a:prstGeom prst="rect">
              <a:avLst/>
            </a:prstGeom>
          </p:spPr>
          <p:txBody>
            <a:bodyPr lIns="50800" tIns="50800" rIns="50800" bIns="50800" rtlCol="0" anchor="ctr"/>
            <a:lstStyle/>
            <a:p>
              <a:pPr algn="ctr">
                <a:lnSpc>
                  <a:spcPts val="3223"/>
                </a:lnSpc>
              </a:pPr>
              <a:endParaRPr/>
            </a:p>
          </p:txBody>
        </p:sp>
      </p:grpSp>
      <p:sp>
        <p:nvSpPr>
          <p:cNvPr id="29" name="TextBox 29"/>
          <p:cNvSpPr txBox="1"/>
          <p:nvPr/>
        </p:nvSpPr>
        <p:spPr>
          <a:xfrm>
            <a:off x="2316387" y="3623978"/>
            <a:ext cx="814291" cy="483870"/>
          </a:xfrm>
          <a:prstGeom prst="rect">
            <a:avLst/>
          </a:prstGeom>
        </p:spPr>
        <p:txBody>
          <a:bodyPr lIns="0" tIns="0" rIns="0" bIns="0" rtlCol="0" anchor="t">
            <a:spAutoFit/>
          </a:bodyPr>
          <a:lstStyle/>
          <a:p>
            <a:pPr algn="ctr">
              <a:lnSpc>
                <a:spcPts val="3779"/>
              </a:lnSpc>
              <a:spcBef>
                <a:spcPct val="0"/>
              </a:spcBef>
            </a:pPr>
            <a:r>
              <a:rPr lang="en-US" sz="2700" b="1">
                <a:solidFill>
                  <a:srgbClr val="FFFFFF"/>
                </a:solidFill>
                <a:latin typeface="Poppins Bold"/>
                <a:ea typeface="Poppins Bold"/>
                <a:cs typeface="Poppins Bold"/>
                <a:sym typeface="Poppins Bold"/>
              </a:rPr>
              <a:t>01</a:t>
            </a:r>
          </a:p>
        </p:txBody>
      </p:sp>
      <p:sp>
        <p:nvSpPr>
          <p:cNvPr id="30" name="TextBox 30"/>
          <p:cNvSpPr txBox="1"/>
          <p:nvPr/>
        </p:nvSpPr>
        <p:spPr>
          <a:xfrm>
            <a:off x="2316387" y="5280734"/>
            <a:ext cx="814291" cy="483870"/>
          </a:xfrm>
          <a:prstGeom prst="rect">
            <a:avLst/>
          </a:prstGeom>
        </p:spPr>
        <p:txBody>
          <a:bodyPr lIns="0" tIns="0" rIns="0" bIns="0" rtlCol="0" anchor="t">
            <a:spAutoFit/>
          </a:bodyPr>
          <a:lstStyle/>
          <a:p>
            <a:pPr algn="ctr">
              <a:lnSpc>
                <a:spcPts val="3779"/>
              </a:lnSpc>
              <a:spcBef>
                <a:spcPct val="0"/>
              </a:spcBef>
            </a:pPr>
            <a:r>
              <a:rPr lang="en-US" sz="2700" b="1">
                <a:solidFill>
                  <a:srgbClr val="FFFFFF"/>
                </a:solidFill>
                <a:latin typeface="Poppins Bold"/>
                <a:ea typeface="Poppins Bold"/>
                <a:cs typeface="Poppins Bold"/>
                <a:sym typeface="Poppins Bold"/>
              </a:rPr>
              <a:t>02</a:t>
            </a:r>
          </a:p>
        </p:txBody>
      </p:sp>
      <p:sp>
        <p:nvSpPr>
          <p:cNvPr id="31" name="TextBox 31"/>
          <p:cNvSpPr txBox="1"/>
          <p:nvPr/>
        </p:nvSpPr>
        <p:spPr>
          <a:xfrm>
            <a:off x="2316387" y="6933314"/>
            <a:ext cx="814291" cy="483870"/>
          </a:xfrm>
          <a:prstGeom prst="rect">
            <a:avLst/>
          </a:prstGeom>
        </p:spPr>
        <p:txBody>
          <a:bodyPr lIns="0" tIns="0" rIns="0" bIns="0" rtlCol="0" anchor="t">
            <a:spAutoFit/>
          </a:bodyPr>
          <a:lstStyle/>
          <a:p>
            <a:pPr algn="ctr">
              <a:lnSpc>
                <a:spcPts val="3779"/>
              </a:lnSpc>
              <a:spcBef>
                <a:spcPct val="0"/>
              </a:spcBef>
            </a:pPr>
            <a:r>
              <a:rPr lang="en-US" sz="2700" b="1">
                <a:solidFill>
                  <a:srgbClr val="FFFFFF"/>
                </a:solidFill>
                <a:latin typeface="Poppins Bold"/>
                <a:ea typeface="Poppins Bold"/>
                <a:cs typeface="Poppins Bold"/>
                <a:sym typeface="Poppins Bold"/>
              </a:rPr>
              <a:t>03</a:t>
            </a:r>
          </a:p>
        </p:txBody>
      </p:sp>
      <p:sp>
        <p:nvSpPr>
          <p:cNvPr id="32" name="TextBox 32"/>
          <p:cNvSpPr txBox="1"/>
          <p:nvPr/>
        </p:nvSpPr>
        <p:spPr>
          <a:xfrm>
            <a:off x="4071033" y="9327060"/>
            <a:ext cx="10132128" cy="398721"/>
          </a:xfrm>
          <a:prstGeom prst="rect">
            <a:avLst/>
          </a:prstGeom>
        </p:spPr>
        <p:txBody>
          <a:bodyPr lIns="0" tIns="0" rIns="0" bIns="0" rtlCol="0" anchor="t">
            <a:spAutoFit/>
          </a:bodyPr>
          <a:lstStyle/>
          <a:p>
            <a:pPr algn="ctr">
              <a:lnSpc>
                <a:spcPts val="3223"/>
              </a:lnSpc>
              <a:spcBef>
                <a:spcPct val="0"/>
              </a:spcBef>
            </a:pPr>
            <a:r>
              <a:rPr lang="en-US" sz="2302" u="sng">
                <a:solidFill>
                  <a:srgbClr val="000000"/>
                </a:solidFill>
                <a:latin typeface="Poppins"/>
                <a:ea typeface="Poppins"/>
                <a:cs typeface="Poppins"/>
                <a:sym typeface="Poppins"/>
                <a:hlinkClick r:id="rId12" tooltip="https://trackplace.preview.emergentagent.com"/>
              </a:rPr>
              <a:t>https://trackplace.preview.emergentagent.com/</a:t>
            </a:r>
          </a:p>
        </p:txBody>
      </p:sp>
      <p:sp>
        <p:nvSpPr>
          <p:cNvPr id="33" name="TextBox 33"/>
          <p:cNvSpPr txBox="1"/>
          <p:nvPr/>
        </p:nvSpPr>
        <p:spPr>
          <a:xfrm>
            <a:off x="3470230" y="3623978"/>
            <a:ext cx="2896659" cy="483870"/>
          </a:xfrm>
          <a:prstGeom prst="rect">
            <a:avLst/>
          </a:prstGeom>
        </p:spPr>
        <p:txBody>
          <a:bodyPr lIns="0" tIns="0" rIns="0" bIns="0" rtlCol="0" anchor="t">
            <a:spAutoFit/>
          </a:bodyPr>
          <a:lstStyle/>
          <a:p>
            <a:pPr algn="l">
              <a:lnSpc>
                <a:spcPts val="3779"/>
              </a:lnSpc>
              <a:spcBef>
                <a:spcPct val="0"/>
              </a:spcBef>
            </a:pPr>
            <a:r>
              <a:rPr lang="en-US" sz="2700" b="1">
                <a:solidFill>
                  <a:srgbClr val="000000"/>
                </a:solidFill>
                <a:latin typeface="Poppins Bold"/>
                <a:ea typeface="Poppins Bold"/>
                <a:cs typeface="Poppins Bold"/>
                <a:sym typeface="Poppins Bold"/>
              </a:rPr>
              <a:t>ADMIN PANEL</a:t>
            </a:r>
          </a:p>
        </p:txBody>
      </p:sp>
      <p:sp>
        <p:nvSpPr>
          <p:cNvPr id="34" name="TextBox 34"/>
          <p:cNvSpPr txBox="1"/>
          <p:nvPr/>
        </p:nvSpPr>
        <p:spPr>
          <a:xfrm>
            <a:off x="3470230" y="5280734"/>
            <a:ext cx="2896659" cy="483870"/>
          </a:xfrm>
          <a:prstGeom prst="rect">
            <a:avLst/>
          </a:prstGeom>
        </p:spPr>
        <p:txBody>
          <a:bodyPr lIns="0" tIns="0" rIns="0" bIns="0" rtlCol="0" anchor="t">
            <a:spAutoFit/>
          </a:bodyPr>
          <a:lstStyle/>
          <a:p>
            <a:pPr algn="l">
              <a:lnSpc>
                <a:spcPts val="3779"/>
              </a:lnSpc>
              <a:spcBef>
                <a:spcPct val="0"/>
              </a:spcBef>
            </a:pPr>
            <a:r>
              <a:rPr lang="en-US" sz="2700" b="1">
                <a:solidFill>
                  <a:srgbClr val="000000"/>
                </a:solidFill>
                <a:latin typeface="Poppins Bold"/>
                <a:ea typeface="Poppins Bold"/>
                <a:cs typeface="Poppins Bold"/>
                <a:sym typeface="Poppins Bold"/>
              </a:rPr>
              <a:t>STUDENT PANEL</a:t>
            </a:r>
          </a:p>
        </p:txBody>
      </p:sp>
      <p:sp>
        <p:nvSpPr>
          <p:cNvPr id="35" name="TextBox 35"/>
          <p:cNvSpPr txBox="1"/>
          <p:nvPr/>
        </p:nvSpPr>
        <p:spPr>
          <a:xfrm>
            <a:off x="3470230" y="6936179"/>
            <a:ext cx="3090316" cy="483870"/>
          </a:xfrm>
          <a:prstGeom prst="rect">
            <a:avLst/>
          </a:prstGeom>
        </p:spPr>
        <p:txBody>
          <a:bodyPr lIns="0" tIns="0" rIns="0" bIns="0" rtlCol="0" anchor="t">
            <a:spAutoFit/>
          </a:bodyPr>
          <a:lstStyle/>
          <a:p>
            <a:pPr algn="l">
              <a:lnSpc>
                <a:spcPts val="3779"/>
              </a:lnSpc>
              <a:spcBef>
                <a:spcPct val="0"/>
              </a:spcBef>
            </a:pPr>
            <a:r>
              <a:rPr lang="en-US" sz="2700" b="1">
                <a:solidFill>
                  <a:srgbClr val="000000"/>
                </a:solidFill>
                <a:latin typeface="Poppins Bold"/>
                <a:ea typeface="Poppins Bold"/>
                <a:cs typeface="Poppins Bold"/>
                <a:sym typeface="Poppins Bold"/>
              </a:rPr>
              <a:t>COMPANY PANEL</a:t>
            </a:r>
          </a:p>
        </p:txBody>
      </p:sp>
      <p:sp>
        <p:nvSpPr>
          <p:cNvPr id="36" name="TextBox 36"/>
          <p:cNvSpPr txBox="1"/>
          <p:nvPr/>
        </p:nvSpPr>
        <p:spPr>
          <a:xfrm>
            <a:off x="3470230" y="4151323"/>
            <a:ext cx="3516749" cy="656590"/>
          </a:xfrm>
          <a:prstGeom prst="rect">
            <a:avLst/>
          </a:prstGeom>
        </p:spPr>
        <p:txBody>
          <a:bodyPr lIns="0" tIns="0" rIns="0" bIns="0" rtlCol="0" anchor="t">
            <a:spAutoFit/>
          </a:bodyPr>
          <a:lstStyle/>
          <a:p>
            <a:pPr marL="410209" lvl="1" indent="-205105" algn="l">
              <a:lnSpc>
                <a:spcPts val="2659"/>
              </a:lnSpc>
              <a:buFont typeface="Arial"/>
              <a:buChar char="•"/>
            </a:pPr>
            <a:r>
              <a:rPr lang="en-US" sz="1899" b="1">
                <a:solidFill>
                  <a:srgbClr val="000000"/>
                </a:solidFill>
                <a:latin typeface="Canva Sans Bold"/>
                <a:ea typeface="Canva Sans Bold"/>
                <a:cs typeface="Canva Sans Bold"/>
                <a:sym typeface="Canva Sans Bold"/>
              </a:rPr>
              <a:t>Id:</a:t>
            </a:r>
            <a:r>
              <a:rPr lang="en-US" sz="1899">
                <a:solidFill>
                  <a:srgbClr val="000000"/>
                </a:solidFill>
                <a:latin typeface="Canva Sans"/>
                <a:ea typeface="Canva Sans"/>
                <a:cs typeface="Canva Sans"/>
                <a:sym typeface="Canva Sans"/>
              </a:rPr>
              <a:t> admin@placetrack.com</a:t>
            </a:r>
          </a:p>
          <a:p>
            <a:pPr marL="410209" lvl="1" indent="-205105" algn="l">
              <a:lnSpc>
                <a:spcPts val="2659"/>
              </a:lnSpc>
              <a:buFont typeface="Arial"/>
              <a:buChar char="•"/>
            </a:pPr>
            <a:r>
              <a:rPr lang="en-US" sz="1899" b="1">
                <a:solidFill>
                  <a:srgbClr val="000000"/>
                </a:solidFill>
                <a:latin typeface="Canva Sans Bold"/>
                <a:ea typeface="Canva Sans Bold"/>
                <a:cs typeface="Canva Sans Bold"/>
                <a:sym typeface="Canva Sans Bold"/>
              </a:rPr>
              <a:t>Password:</a:t>
            </a:r>
            <a:r>
              <a:rPr lang="en-US" sz="1899">
                <a:solidFill>
                  <a:srgbClr val="000000"/>
                </a:solidFill>
                <a:latin typeface="Canva Sans"/>
                <a:ea typeface="Canva Sans"/>
                <a:cs typeface="Canva Sans"/>
                <a:sym typeface="Canva Sans"/>
              </a:rPr>
              <a:t> admin123</a:t>
            </a:r>
          </a:p>
        </p:txBody>
      </p:sp>
      <p:sp>
        <p:nvSpPr>
          <p:cNvPr id="37" name="TextBox 37"/>
          <p:cNvSpPr txBox="1"/>
          <p:nvPr/>
        </p:nvSpPr>
        <p:spPr>
          <a:xfrm>
            <a:off x="3470230" y="5726504"/>
            <a:ext cx="4510326" cy="656590"/>
          </a:xfrm>
          <a:prstGeom prst="rect">
            <a:avLst/>
          </a:prstGeom>
        </p:spPr>
        <p:txBody>
          <a:bodyPr lIns="0" tIns="0" rIns="0" bIns="0" rtlCol="0" anchor="t">
            <a:spAutoFit/>
          </a:bodyPr>
          <a:lstStyle/>
          <a:p>
            <a:pPr marL="410209" lvl="1" indent="-205105" algn="l">
              <a:lnSpc>
                <a:spcPts val="2659"/>
              </a:lnSpc>
              <a:buFont typeface="Arial"/>
              <a:buChar char="•"/>
            </a:pPr>
            <a:r>
              <a:rPr lang="en-US" sz="1899" b="1">
                <a:solidFill>
                  <a:srgbClr val="000000"/>
                </a:solidFill>
                <a:latin typeface="Canva Sans Bold"/>
                <a:ea typeface="Canva Sans Bold"/>
                <a:cs typeface="Canva Sans Bold"/>
                <a:sym typeface="Canva Sans Bold"/>
              </a:rPr>
              <a:t>Id:</a:t>
            </a:r>
            <a:r>
              <a:rPr lang="en-US" sz="1899">
                <a:solidFill>
                  <a:srgbClr val="000000"/>
                </a:solidFill>
                <a:latin typeface="Canva Sans"/>
                <a:ea typeface="Canva Sans"/>
                <a:cs typeface="Canva Sans"/>
                <a:sym typeface="Canva Sans"/>
              </a:rPr>
              <a:t> priyanshugarg.6602@gmail.com</a:t>
            </a:r>
          </a:p>
          <a:p>
            <a:pPr marL="410209" lvl="1" indent="-205105" algn="l">
              <a:lnSpc>
                <a:spcPts val="2659"/>
              </a:lnSpc>
              <a:buFont typeface="Arial"/>
              <a:buChar char="•"/>
            </a:pPr>
            <a:r>
              <a:rPr lang="en-US" sz="1899" b="1">
                <a:solidFill>
                  <a:srgbClr val="000000"/>
                </a:solidFill>
                <a:latin typeface="Canva Sans Bold"/>
                <a:ea typeface="Canva Sans Bold"/>
                <a:cs typeface="Canva Sans Bold"/>
                <a:sym typeface="Canva Sans Bold"/>
              </a:rPr>
              <a:t>Password:</a:t>
            </a:r>
            <a:r>
              <a:rPr lang="en-US" sz="1899">
                <a:solidFill>
                  <a:srgbClr val="000000"/>
                </a:solidFill>
                <a:latin typeface="Canva Sans"/>
                <a:ea typeface="Canva Sans"/>
                <a:cs typeface="Canva Sans"/>
                <a:sym typeface="Canva Sans"/>
              </a:rPr>
              <a:t> ok.google98</a:t>
            </a:r>
          </a:p>
        </p:txBody>
      </p:sp>
      <p:sp>
        <p:nvSpPr>
          <p:cNvPr id="38" name="TextBox 38"/>
          <p:cNvSpPr txBox="1"/>
          <p:nvPr/>
        </p:nvSpPr>
        <p:spPr>
          <a:xfrm>
            <a:off x="3470230" y="7381949"/>
            <a:ext cx="4242078" cy="656590"/>
          </a:xfrm>
          <a:prstGeom prst="rect">
            <a:avLst/>
          </a:prstGeom>
        </p:spPr>
        <p:txBody>
          <a:bodyPr lIns="0" tIns="0" rIns="0" bIns="0" rtlCol="0" anchor="t">
            <a:spAutoFit/>
          </a:bodyPr>
          <a:lstStyle/>
          <a:p>
            <a:pPr marL="410209" lvl="1" indent="-205105" algn="l">
              <a:lnSpc>
                <a:spcPts val="2659"/>
              </a:lnSpc>
              <a:buFont typeface="Arial"/>
              <a:buChar char="•"/>
            </a:pPr>
            <a:r>
              <a:rPr lang="en-US" sz="1899" b="1">
                <a:solidFill>
                  <a:srgbClr val="000000"/>
                </a:solidFill>
                <a:latin typeface="Canva Sans Bold"/>
                <a:ea typeface="Canva Sans Bold"/>
                <a:cs typeface="Canva Sans Bold"/>
                <a:sym typeface="Canva Sans Bold"/>
              </a:rPr>
              <a:t>Id:</a:t>
            </a:r>
            <a:r>
              <a:rPr lang="en-US" sz="1899">
                <a:solidFill>
                  <a:srgbClr val="000000"/>
                </a:solidFill>
                <a:latin typeface="Canva Sans"/>
                <a:ea typeface="Canva Sans"/>
                <a:cs typeface="Canva Sans"/>
                <a:sym typeface="Canva Sans"/>
              </a:rPr>
              <a:t> alphaTech.mohali@gmail.com</a:t>
            </a:r>
          </a:p>
          <a:p>
            <a:pPr marL="410209" lvl="1" indent="-205105" algn="l">
              <a:lnSpc>
                <a:spcPts val="2659"/>
              </a:lnSpc>
              <a:buFont typeface="Arial"/>
              <a:buChar char="•"/>
            </a:pPr>
            <a:r>
              <a:rPr lang="en-US" sz="1899" b="1">
                <a:solidFill>
                  <a:srgbClr val="000000"/>
                </a:solidFill>
                <a:latin typeface="Canva Sans Bold"/>
                <a:ea typeface="Canva Sans Bold"/>
                <a:cs typeface="Canva Sans Bold"/>
                <a:sym typeface="Canva Sans Bold"/>
              </a:rPr>
              <a:t>Password:</a:t>
            </a:r>
            <a:r>
              <a:rPr lang="en-US" sz="1899">
                <a:solidFill>
                  <a:srgbClr val="000000"/>
                </a:solidFill>
                <a:latin typeface="Canva Sans"/>
                <a:ea typeface="Canva Sans"/>
                <a:cs typeface="Canva Sans"/>
                <a:sym typeface="Canva Sans"/>
              </a:rPr>
              <a:t> ok.google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grpSp>
        <p:nvGrpSpPr>
          <p:cNvPr id="2" name="Group 2"/>
          <p:cNvGrpSpPr/>
          <p:nvPr/>
        </p:nvGrpSpPr>
        <p:grpSpPr>
          <a:xfrm>
            <a:off x="2386558" y="5535468"/>
            <a:ext cx="2286404" cy="549003"/>
            <a:chOff x="0" y="0"/>
            <a:chExt cx="602180" cy="144593"/>
          </a:xfrm>
        </p:grpSpPr>
        <p:sp>
          <p:nvSpPr>
            <p:cNvPr id="3" name="Freeform 3"/>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4" name="TextBox 4"/>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Total Student</a:t>
              </a:r>
            </a:p>
          </p:txBody>
        </p:sp>
      </p:grpSp>
      <p:grpSp>
        <p:nvGrpSpPr>
          <p:cNvPr id="5" name="Group 5"/>
          <p:cNvGrpSpPr/>
          <p:nvPr/>
        </p:nvGrpSpPr>
        <p:grpSpPr>
          <a:xfrm>
            <a:off x="8621434" y="3908127"/>
            <a:ext cx="2286404" cy="549003"/>
            <a:chOff x="0" y="0"/>
            <a:chExt cx="602180" cy="144593"/>
          </a:xfrm>
        </p:grpSpPr>
        <p:sp>
          <p:nvSpPr>
            <p:cNvPr id="6" name="Freeform 6"/>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7" name="TextBox 7"/>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Students</a:t>
              </a:r>
            </a:p>
          </p:txBody>
        </p:sp>
      </p:grpSp>
      <p:grpSp>
        <p:nvGrpSpPr>
          <p:cNvPr id="8" name="Group 8"/>
          <p:cNvGrpSpPr/>
          <p:nvPr/>
        </p:nvGrpSpPr>
        <p:grpSpPr>
          <a:xfrm>
            <a:off x="2386558" y="6198770"/>
            <a:ext cx="2286404" cy="549003"/>
            <a:chOff x="0" y="0"/>
            <a:chExt cx="602180" cy="144593"/>
          </a:xfrm>
        </p:grpSpPr>
        <p:sp>
          <p:nvSpPr>
            <p:cNvPr id="9" name="Freeform 9"/>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10" name="TextBox 10"/>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Total Attempts</a:t>
              </a:r>
            </a:p>
          </p:txBody>
        </p:sp>
      </p:grpSp>
      <p:grpSp>
        <p:nvGrpSpPr>
          <p:cNvPr id="11" name="Group 11"/>
          <p:cNvGrpSpPr/>
          <p:nvPr/>
        </p:nvGrpSpPr>
        <p:grpSpPr>
          <a:xfrm>
            <a:off x="2386558" y="3908127"/>
            <a:ext cx="2286404" cy="549003"/>
            <a:chOff x="0" y="0"/>
            <a:chExt cx="602180" cy="144593"/>
          </a:xfrm>
        </p:grpSpPr>
        <p:sp>
          <p:nvSpPr>
            <p:cNvPr id="12" name="Freeform 12"/>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13" name="TextBox 13"/>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Dashboard</a:t>
              </a:r>
            </a:p>
          </p:txBody>
        </p:sp>
      </p:grpSp>
      <p:grpSp>
        <p:nvGrpSpPr>
          <p:cNvPr id="14" name="Group 14"/>
          <p:cNvGrpSpPr/>
          <p:nvPr/>
        </p:nvGrpSpPr>
        <p:grpSpPr>
          <a:xfrm>
            <a:off x="2386558" y="4876790"/>
            <a:ext cx="2286404" cy="549003"/>
            <a:chOff x="0" y="0"/>
            <a:chExt cx="602180" cy="144593"/>
          </a:xfrm>
        </p:grpSpPr>
        <p:sp>
          <p:nvSpPr>
            <p:cNvPr id="15" name="Freeform 15"/>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16" name="TextBox 16"/>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Total Student</a:t>
              </a:r>
            </a:p>
          </p:txBody>
        </p:sp>
      </p:grpSp>
      <p:grpSp>
        <p:nvGrpSpPr>
          <p:cNvPr id="17" name="Group 17"/>
          <p:cNvGrpSpPr/>
          <p:nvPr/>
        </p:nvGrpSpPr>
        <p:grpSpPr>
          <a:xfrm>
            <a:off x="2386558" y="6862073"/>
            <a:ext cx="2286404" cy="858196"/>
            <a:chOff x="0" y="0"/>
            <a:chExt cx="602180" cy="226027"/>
          </a:xfrm>
        </p:grpSpPr>
        <p:sp>
          <p:nvSpPr>
            <p:cNvPr id="18" name="Freeform 18"/>
            <p:cNvSpPr/>
            <p:nvPr/>
          </p:nvSpPr>
          <p:spPr>
            <a:xfrm>
              <a:off x="0" y="0"/>
              <a:ext cx="602180" cy="226027"/>
            </a:xfrm>
            <a:custGeom>
              <a:avLst/>
              <a:gdLst/>
              <a:ahLst/>
              <a:cxnLst/>
              <a:rect l="l" t="t" r="r" b="b"/>
              <a:pathLst>
                <a:path w="602180" h="226027">
                  <a:moveTo>
                    <a:pt x="0" y="0"/>
                  </a:moveTo>
                  <a:lnTo>
                    <a:pt x="602180" y="0"/>
                  </a:lnTo>
                  <a:lnTo>
                    <a:pt x="602180" y="226027"/>
                  </a:lnTo>
                  <a:lnTo>
                    <a:pt x="0" y="226027"/>
                  </a:lnTo>
                  <a:close/>
                </a:path>
              </a:pathLst>
            </a:custGeom>
            <a:solidFill>
              <a:srgbClr val="FFFFFF"/>
            </a:solidFill>
            <a:ln w="38100" cap="sq">
              <a:solidFill>
                <a:srgbClr val="000000"/>
              </a:solidFill>
              <a:prstDash val="solid"/>
              <a:miter/>
            </a:ln>
          </p:spPr>
        </p:sp>
        <p:sp>
          <p:nvSpPr>
            <p:cNvPr id="19" name="TextBox 19"/>
            <p:cNvSpPr txBox="1"/>
            <p:nvPr/>
          </p:nvSpPr>
          <p:spPr>
            <a:xfrm>
              <a:off x="0" y="-38100"/>
              <a:ext cx="602180" cy="264127"/>
            </a:xfrm>
            <a:prstGeom prst="rect">
              <a:avLst/>
            </a:prstGeom>
          </p:spPr>
          <p:txBody>
            <a:bodyPr lIns="50800" tIns="50800" rIns="50800" bIns="50800" rtlCol="0" anchor="ctr"/>
            <a:lstStyle/>
            <a:p>
              <a:pPr algn="ctr">
                <a:lnSpc>
                  <a:spcPts val="2659"/>
                </a:lnSpc>
              </a:pPr>
              <a:r>
                <a:rPr lang="en-US" sz="1899">
                  <a:solidFill>
                    <a:srgbClr val="000000"/>
                  </a:solidFill>
                  <a:latin typeface="Canva Sans"/>
                  <a:ea typeface="Canva Sans"/>
                  <a:cs typeface="Canva Sans"/>
                  <a:sym typeface="Canva Sans"/>
                </a:rPr>
                <a:t>Average Scores</a:t>
              </a:r>
            </a:p>
            <a:p>
              <a:pPr algn="ctr">
                <a:lnSpc>
                  <a:spcPts val="2659"/>
                </a:lnSpc>
                <a:spcBef>
                  <a:spcPct val="0"/>
                </a:spcBef>
              </a:pPr>
              <a:r>
                <a:rPr lang="en-US" sz="1899">
                  <a:solidFill>
                    <a:srgbClr val="000000"/>
                  </a:solidFill>
                  <a:latin typeface="Canva Sans"/>
                  <a:ea typeface="Canva Sans"/>
                  <a:cs typeface="Canva Sans"/>
                  <a:sym typeface="Canva Sans"/>
                </a:rPr>
                <a:t>by Type</a:t>
              </a:r>
            </a:p>
          </p:txBody>
        </p:sp>
      </p:grpSp>
      <p:grpSp>
        <p:nvGrpSpPr>
          <p:cNvPr id="20" name="Group 20"/>
          <p:cNvGrpSpPr/>
          <p:nvPr/>
        </p:nvGrpSpPr>
        <p:grpSpPr>
          <a:xfrm>
            <a:off x="8626152" y="4876790"/>
            <a:ext cx="2286404" cy="858196"/>
            <a:chOff x="0" y="0"/>
            <a:chExt cx="602180" cy="226027"/>
          </a:xfrm>
        </p:grpSpPr>
        <p:sp>
          <p:nvSpPr>
            <p:cNvPr id="21" name="Freeform 21"/>
            <p:cNvSpPr/>
            <p:nvPr/>
          </p:nvSpPr>
          <p:spPr>
            <a:xfrm>
              <a:off x="0" y="0"/>
              <a:ext cx="602180" cy="226027"/>
            </a:xfrm>
            <a:custGeom>
              <a:avLst/>
              <a:gdLst/>
              <a:ahLst/>
              <a:cxnLst/>
              <a:rect l="l" t="t" r="r" b="b"/>
              <a:pathLst>
                <a:path w="602180" h="226027">
                  <a:moveTo>
                    <a:pt x="0" y="0"/>
                  </a:moveTo>
                  <a:lnTo>
                    <a:pt x="602180" y="0"/>
                  </a:lnTo>
                  <a:lnTo>
                    <a:pt x="602180" y="226027"/>
                  </a:lnTo>
                  <a:lnTo>
                    <a:pt x="0" y="226027"/>
                  </a:lnTo>
                  <a:close/>
                </a:path>
              </a:pathLst>
            </a:custGeom>
            <a:solidFill>
              <a:srgbClr val="FFFFFF"/>
            </a:solidFill>
            <a:ln w="38100" cap="sq">
              <a:solidFill>
                <a:srgbClr val="000000"/>
              </a:solidFill>
              <a:prstDash val="solid"/>
              <a:miter/>
            </a:ln>
          </p:spPr>
        </p:sp>
        <p:sp>
          <p:nvSpPr>
            <p:cNvPr id="22" name="TextBox 22"/>
            <p:cNvSpPr txBox="1"/>
            <p:nvPr/>
          </p:nvSpPr>
          <p:spPr>
            <a:xfrm>
              <a:off x="0" y="-38100"/>
              <a:ext cx="602180" cy="264127"/>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Registered Student</a:t>
              </a:r>
            </a:p>
          </p:txBody>
        </p:sp>
      </p:grpSp>
      <p:grpSp>
        <p:nvGrpSpPr>
          <p:cNvPr id="23" name="Group 23"/>
          <p:cNvGrpSpPr/>
          <p:nvPr/>
        </p:nvGrpSpPr>
        <p:grpSpPr>
          <a:xfrm>
            <a:off x="5506355" y="4876790"/>
            <a:ext cx="2286404" cy="549003"/>
            <a:chOff x="0" y="0"/>
            <a:chExt cx="602180" cy="144593"/>
          </a:xfrm>
        </p:grpSpPr>
        <p:sp>
          <p:nvSpPr>
            <p:cNvPr id="24" name="Freeform 24"/>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25" name="TextBox 25"/>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Select Question</a:t>
              </a:r>
            </a:p>
          </p:txBody>
        </p:sp>
      </p:grpSp>
      <p:grpSp>
        <p:nvGrpSpPr>
          <p:cNvPr id="26" name="Group 26"/>
          <p:cNvGrpSpPr/>
          <p:nvPr/>
        </p:nvGrpSpPr>
        <p:grpSpPr>
          <a:xfrm>
            <a:off x="5506355" y="3908127"/>
            <a:ext cx="2286404" cy="549003"/>
            <a:chOff x="0" y="0"/>
            <a:chExt cx="602180" cy="144593"/>
          </a:xfrm>
        </p:grpSpPr>
        <p:sp>
          <p:nvSpPr>
            <p:cNvPr id="27" name="Freeform 27"/>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28" name="TextBox 28"/>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Question</a:t>
              </a:r>
            </a:p>
          </p:txBody>
        </p:sp>
      </p:grpSp>
      <p:grpSp>
        <p:nvGrpSpPr>
          <p:cNvPr id="29" name="Group 29"/>
          <p:cNvGrpSpPr/>
          <p:nvPr/>
        </p:nvGrpSpPr>
        <p:grpSpPr>
          <a:xfrm>
            <a:off x="5506355" y="5535468"/>
            <a:ext cx="2286404" cy="549003"/>
            <a:chOff x="0" y="0"/>
            <a:chExt cx="602180" cy="144593"/>
          </a:xfrm>
        </p:grpSpPr>
        <p:sp>
          <p:nvSpPr>
            <p:cNvPr id="30" name="Freeform 30"/>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31" name="TextBox 31"/>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Add Questions</a:t>
              </a:r>
            </a:p>
          </p:txBody>
        </p:sp>
      </p:grpSp>
      <p:grpSp>
        <p:nvGrpSpPr>
          <p:cNvPr id="32" name="Group 32"/>
          <p:cNvGrpSpPr/>
          <p:nvPr/>
        </p:nvGrpSpPr>
        <p:grpSpPr>
          <a:xfrm>
            <a:off x="11857818" y="3908127"/>
            <a:ext cx="2286404" cy="549003"/>
            <a:chOff x="0" y="0"/>
            <a:chExt cx="602180" cy="144593"/>
          </a:xfrm>
        </p:grpSpPr>
        <p:sp>
          <p:nvSpPr>
            <p:cNvPr id="33" name="Freeform 33"/>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34" name="TextBox 34"/>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Feedback</a:t>
              </a:r>
            </a:p>
          </p:txBody>
        </p:sp>
      </p:grpSp>
      <p:grpSp>
        <p:nvGrpSpPr>
          <p:cNvPr id="35" name="Group 35"/>
          <p:cNvGrpSpPr/>
          <p:nvPr/>
        </p:nvGrpSpPr>
        <p:grpSpPr>
          <a:xfrm>
            <a:off x="8451217" y="2696218"/>
            <a:ext cx="1640892" cy="549003"/>
            <a:chOff x="0" y="0"/>
            <a:chExt cx="432169" cy="144593"/>
          </a:xfrm>
        </p:grpSpPr>
        <p:sp>
          <p:nvSpPr>
            <p:cNvPr id="36" name="Freeform 36"/>
            <p:cNvSpPr/>
            <p:nvPr/>
          </p:nvSpPr>
          <p:spPr>
            <a:xfrm>
              <a:off x="0" y="0"/>
              <a:ext cx="432169" cy="144593"/>
            </a:xfrm>
            <a:custGeom>
              <a:avLst/>
              <a:gdLst/>
              <a:ahLst/>
              <a:cxnLst/>
              <a:rect l="l" t="t" r="r" b="b"/>
              <a:pathLst>
                <a:path w="432169" h="144593">
                  <a:moveTo>
                    <a:pt x="0" y="0"/>
                  </a:moveTo>
                  <a:lnTo>
                    <a:pt x="432169" y="0"/>
                  </a:lnTo>
                  <a:lnTo>
                    <a:pt x="432169" y="144593"/>
                  </a:lnTo>
                  <a:lnTo>
                    <a:pt x="0" y="144593"/>
                  </a:lnTo>
                  <a:close/>
                </a:path>
              </a:pathLst>
            </a:custGeom>
            <a:solidFill>
              <a:srgbClr val="FFFFFF"/>
            </a:solidFill>
            <a:ln w="38100" cap="sq">
              <a:solidFill>
                <a:srgbClr val="000000"/>
              </a:solidFill>
              <a:prstDash val="solid"/>
              <a:miter/>
            </a:ln>
          </p:spPr>
        </p:sp>
        <p:sp>
          <p:nvSpPr>
            <p:cNvPr id="37" name="TextBox 37"/>
            <p:cNvSpPr txBox="1"/>
            <p:nvPr/>
          </p:nvSpPr>
          <p:spPr>
            <a:xfrm>
              <a:off x="0" y="-38100"/>
              <a:ext cx="432169"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Login</a:t>
              </a:r>
            </a:p>
          </p:txBody>
        </p:sp>
      </p:grpSp>
      <p:sp>
        <p:nvSpPr>
          <p:cNvPr id="38" name="AutoShape 38"/>
          <p:cNvSpPr/>
          <p:nvPr/>
        </p:nvSpPr>
        <p:spPr>
          <a:xfrm flipV="1">
            <a:off x="5021444" y="4201678"/>
            <a:ext cx="0" cy="2953946"/>
          </a:xfrm>
          <a:prstGeom prst="line">
            <a:avLst/>
          </a:prstGeom>
          <a:ln w="38100" cap="flat">
            <a:solidFill>
              <a:srgbClr val="000000"/>
            </a:solidFill>
            <a:prstDash val="solid"/>
            <a:headEnd type="none" w="sm" len="sm"/>
            <a:tailEnd type="none" w="sm" len="sm"/>
          </a:ln>
        </p:spPr>
      </p:sp>
      <p:sp>
        <p:nvSpPr>
          <p:cNvPr id="39" name="AutoShape 39"/>
          <p:cNvSpPr/>
          <p:nvPr/>
        </p:nvSpPr>
        <p:spPr>
          <a:xfrm flipV="1">
            <a:off x="8145184" y="4163578"/>
            <a:ext cx="0" cy="1646391"/>
          </a:xfrm>
          <a:prstGeom prst="line">
            <a:avLst/>
          </a:prstGeom>
          <a:ln w="38100" cap="flat">
            <a:solidFill>
              <a:srgbClr val="000000"/>
            </a:solidFill>
            <a:prstDash val="solid"/>
            <a:headEnd type="none" w="sm" len="sm"/>
            <a:tailEnd type="none" w="sm" len="sm"/>
          </a:ln>
        </p:spPr>
      </p:sp>
      <p:sp>
        <p:nvSpPr>
          <p:cNvPr id="40" name="AutoShape 40"/>
          <p:cNvSpPr/>
          <p:nvPr/>
        </p:nvSpPr>
        <p:spPr>
          <a:xfrm flipV="1">
            <a:off x="11254693" y="4163578"/>
            <a:ext cx="0" cy="979351"/>
          </a:xfrm>
          <a:prstGeom prst="line">
            <a:avLst/>
          </a:prstGeom>
          <a:ln w="38100" cap="flat">
            <a:solidFill>
              <a:srgbClr val="000000"/>
            </a:solidFill>
            <a:prstDash val="solid"/>
            <a:headEnd type="none" w="sm" len="sm"/>
            <a:tailEnd type="none" w="sm" len="sm"/>
          </a:ln>
        </p:spPr>
      </p:sp>
      <p:sp>
        <p:nvSpPr>
          <p:cNvPr id="41" name="AutoShape 41"/>
          <p:cNvSpPr/>
          <p:nvPr/>
        </p:nvSpPr>
        <p:spPr>
          <a:xfrm flipH="1">
            <a:off x="3529760" y="3635745"/>
            <a:ext cx="12605388" cy="0"/>
          </a:xfrm>
          <a:prstGeom prst="line">
            <a:avLst/>
          </a:prstGeom>
          <a:ln w="38100" cap="flat">
            <a:solidFill>
              <a:srgbClr val="000000"/>
            </a:solidFill>
            <a:prstDash val="solid"/>
            <a:headEnd type="none" w="sm" len="sm"/>
            <a:tailEnd type="none" w="sm" len="sm"/>
          </a:ln>
        </p:spPr>
      </p:sp>
      <p:sp>
        <p:nvSpPr>
          <p:cNvPr id="42" name="AutoShape 42"/>
          <p:cNvSpPr/>
          <p:nvPr/>
        </p:nvSpPr>
        <p:spPr>
          <a:xfrm>
            <a:off x="7792759" y="5829019"/>
            <a:ext cx="352425" cy="0"/>
          </a:xfrm>
          <a:prstGeom prst="line">
            <a:avLst/>
          </a:prstGeom>
          <a:ln w="38100" cap="flat">
            <a:solidFill>
              <a:srgbClr val="000000"/>
            </a:solidFill>
            <a:prstDash val="solid"/>
            <a:headEnd type="none" w="sm" len="sm"/>
            <a:tailEnd type="none" w="sm" len="sm"/>
          </a:ln>
        </p:spPr>
      </p:sp>
      <p:sp>
        <p:nvSpPr>
          <p:cNvPr id="43" name="AutoShape 43"/>
          <p:cNvSpPr/>
          <p:nvPr/>
        </p:nvSpPr>
        <p:spPr>
          <a:xfrm>
            <a:off x="4674589" y="7136574"/>
            <a:ext cx="346855" cy="0"/>
          </a:xfrm>
          <a:prstGeom prst="line">
            <a:avLst/>
          </a:prstGeom>
          <a:ln w="38100" cap="flat">
            <a:solidFill>
              <a:srgbClr val="000000"/>
            </a:solidFill>
            <a:prstDash val="solid"/>
            <a:headEnd type="none" w="sm" len="sm"/>
            <a:tailEnd type="none" w="sm" len="sm"/>
          </a:ln>
        </p:spPr>
      </p:sp>
      <p:sp>
        <p:nvSpPr>
          <p:cNvPr id="44" name="AutoShape 44"/>
          <p:cNvSpPr/>
          <p:nvPr/>
        </p:nvSpPr>
        <p:spPr>
          <a:xfrm>
            <a:off x="4653561" y="5170341"/>
            <a:ext cx="346855" cy="0"/>
          </a:xfrm>
          <a:prstGeom prst="line">
            <a:avLst/>
          </a:prstGeom>
          <a:ln w="38100" cap="flat">
            <a:solidFill>
              <a:srgbClr val="000000"/>
            </a:solidFill>
            <a:prstDash val="solid"/>
            <a:headEnd type="none" w="sm" len="sm"/>
            <a:tailEnd type="none" w="sm" len="sm"/>
          </a:ln>
        </p:spPr>
      </p:sp>
      <p:sp>
        <p:nvSpPr>
          <p:cNvPr id="45" name="AutoShape 45"/>
          <p:cNvSpPr/>
          <p:nvPr/>
        </p:nvSpPr>
        <p:spPr>
          <a:xfrm>
            <a:off x="4653561" y="5829019"/>
            <a:ext cx="346855" cy="0"/>
          </a:xfrm>
          <a:prstGeom prst="line">
            <a:avLst/>
          </a:prstGeom>
          <a:ln w="38100" cap="flat">
            <a:solidFill>
              <a:srgbClr val="000000"/>
            </a:solidFill>
            <a:prstDash val="solid"/>
            <a:headEnd type="none" w="sm" len="sm"/>
            <a:tailEnd type="none" w="sm" len="sm"/>
          </a:ln>
        </p:spPr>
      </p:sp>
      <p:sp>
        <p:nvSpPr>
          <p:cNvPr id="46" name="AutoShape 46"/>
          <p:cNvSpPr/>
          <p:nvPr/>
        </p:nvSpPr>
        <p:spPr>
          <a:xfrm>
            <a:off x="4653561" y="6454222"/>
            <a:ext cx="346855" cy="0"/>
          </a:xfrm>
          <a:prstGeom prst="line">
            <a:avLst/>
          </a:prstGeom>
          <a:ln w="38100" cap="flat">
            <a:solidFill>
              <a:srgbClr val="000000"/>
            </a:solidFill>
            <a:prstDash val="solid"/>
            <a:headEnd type="none" w="sm" len="sm"/>
            <a:tailEnd type="none" w="sm" len="sm"/>
          </a:ln>
        </p:spPr>
      </p:sp>
      <p:sp>
        <p:nvSpPr>
          <p:cNvPr id="47" name="AutoShape 47"/>
          <p:cNvSpPr/>
          <p:nvPr/>
        </p:nvSpPr>
        <p:spPr>
          <a:xfrm>
            <a:off x="7792759" y="5170341"/>
            <a:ext cx="352425" cy="0"/>
          </a:xfrm>
          <a:prstGeom prst="line">
            <a:avLst/>
          </a:prstGeom>
          <a:ln w="38100" cap="flat">
            <a:solidFill>
              <a:srgbClr val="000000"/>
            </a:solidFill>
            <a:prstDash val="solid"/>
            <a:headEnd type="none" w="sm" len="sm"/>
            <a:tailEnd type="none" w="sm" len="sm"/>
          </a:ln>
        </p:spPr>
      </p:sp>
      <p:sp>
        <p:nvSpPr>
          <p:cNvPr id="48" name="AutoShape 48"/>
          <p:cNvSpPr/>
          <p:nvPr/>
        </p:nvSpPr>
        <p:spPr>
          <a:xfrm>
            <a:off x="7792759" y="4201678"/>
            <a:ext cx="352425" cy="0"/>
          </a:xfrm>
          <a:prstGeom prst="line">
            <a:avLst/>
          </a:prstGeom>
          <a:ln w="38100" cap="flat">
            <a:solidFill>
              <a:srgbClr val="000000"/>
            </a:solidFill>
            <a:prstDash val="solid"/>
            <a:headEnd type="none" w="sm" len="sm"/>
            <a:tailEnd type="none" w="sm" len="sm"/>
          </a:ln>
        </p:spPr>
      </p:sp>
      <p:sp>
        <p:nvSpPr>
          <p:cNvPr id="49" name="AutoShape 49"/>
          <p:cNvSpPr/>
          <p:nvPr/>
        </p:nvSpPr>
        <p:spPr>
          <a:xfrm>
            <a:off x="4674589" y="4220728"/>
            <a:ext cx="346855" cy="0"/>
          </a:xfrm>
          <a:prstGeom prst="line">
            <a:avLst/>
          </a:prstGeom>
          <a:ln w="38100" cap="flat">
            <a:solidFill>
              <a:srgbClr val="000000"/>
            </a:solidFill>
            <a:prstDash val="solid"/>
            <a:headEnd type="none" w="sm" len="sm"/>
            <a:tailEnd type="none" w="sm" len="sm"/>
          </a:ln>
        </p:spPr>
      </p:sp>
      <p:sp>
        <p:nvSpPr>
          <p:cNvPr id="50" name="AutoShape 50"/>
          <p:cNvSpPr/>
          <p:nvPr/>
        </p:nvSpPr>
        <p:spPr>
          <a:xfrm>
            <a:off x="10907838" y="5142930"/>
            <a:ext cx="346855" cy="0"/>
          </a:xfrm>
          <a:prstGeom prst="line">
            <a:avLst/>
          </a:prstGeom>
          <a:ln w="38100" cap="flat">
            <a:solidFill>
              <a:srgbClr val="000000"/>
            </a:solidFill>
            <a:prstDash val="solid"/>
            <a:headEnd type="none" w="sm" len="sm"/>
            <a:tailEnd type="none" w="sm" len="sm"/>
          </a:ln>
        </p:spPr>
      </p:sp>
      <p:sp>
        <p:nvSpPr>
          <p:cNvPr id="51" name="AutoShape 51"/>
          <p:cNvSpPr/>
          <p:nvPr/>
        </p:nvSpPr>
        <p:spPr>
          <a:xfrm>
            <a:off x="10907838" y="4182628"/>
            <a:ext cx="346855" cy="0"/>
          </a:xfrm>
          <a:prstGeom prst="line">
            <a:avLst/>
          </a:prstGeom>
          <a:ln w="38100" cap="flat">
            <a:solidFill>
              <a:srgbClr val="000000"/>
            </a:solidFill>
            <a:prstDash val="solid"/>
            <a:headEnd type="none" w="sm" len="sm"/>
            <a:tailEnd type="none" w="sm" len="sm"/>
          </a:ln>
        </p:spPr>
      </p:sp>
      <p:sp>
        <p:nvSpPr>
          <p:cNvPr id="52" name="AutoShape 52"/>
          <p:cNvSpPr/>
          <p:nvPr/>
        </p:nvSpPr>
        <p:spPr>
          <a:xfrm flipV="1">
            <a:off x="13020069" y="3635745"/>
            <a:ext cx="0" cy="309310"/>
          </a:xfrm>
          <a:prstGeom prst="line">
            <a:avLst/>
          </a:prstGeom>
          <a:ln w="38100" cap="flat">
            <a:solidFill>
              <a:srgbClr val="000000"/>
            </a:solidFill>
            <a:prstDash val="solid"/>
            <a:headEnd type="none" w="sm" len="sm"/>
            <a:tailEnd type="none" w="sm" len="sm"/>
          </a:ln>
        </p:spPr>
      </p:sp>
      <p:sp>
        <p:nvSpPr>
          <p:cNvPr id="53" name="AutoShape 53"/>
          <p:cNvSpPr/>
          <p:nvPr/>
        </p:nvSpPr>
        <p:spPr>
          <a:xfrm flipV="1">
            <a:off x="9650907" y="3635745"/>
            <a:ext cx="0" cy="309310"/>
          </a:xfrm>
          <a:prstGeom prst="line">
            <a:avLst/>
          </a:prstGeom>
          <a:ln w="38100" cap="flat">
            <a:solidFill>
              <a:srgbClr val="000000"/>
            </a:solidFill>
            <a:prstDash val="solid"/>
            <a:headEnd type="none" w="sm" len="sm"/>
            <a:tailEnd type="none" w="sm" len="sm"/>
          </a:ln>
        </p:spPr>
      </p:sp>
      <p:sp>
        <p:nvSpPr>
          <p:cNvPr id="54" name="AutoShape 54"/>
          <p:cNvSpPr/>
          <p:nvPr/>
        </p:nvSpPr>
        <p:spPr>
          <a:xfrm flipV="1">
            <a:off x="6649557" y="3635745"/>
            <a:ext cx="0" cy="309310"/>
          </a:xfrm>
          <a:prstGeom prst="line">
            <a:avLst/>
          </a:prstGeom>
          <a:ln w="38100" cap="flat">
            <a:solidFill>
              <a:srgbClr val="000000"/>
            </a:solidFill>
            <a:prstDash val="solid"/>
            <a:headEnd type="none" w="sm" len="sm"/>
            <a:tailEnd type="none" w="sm" len="sm"/>
          </a:ln>
        </p:spPr>
      </p:sp>
      <p:sp>
        <p:nvSpPr>
          <p:cNvPr id="55" name="AutoShape 55"/>
          <p:cNvSpPr/>
          <p:nvPr/>
        </p:nvSpPr>
        <p:spPr>
          <a:xfrm flipV="1">
            <a:off x="3548810" y="3635745"/>
            <a:ext cx="0" cy="309310"/>
          </a:xfrm>
          <a:prstGeom prst="line">
            <a:avLst/>
          </a:prstGeom>
          <a:ln w="38100" cap="flat">
            <a:solidFill>
              <a:srgbClr val="000000"/>
            </a:solidFill>
            <a:prstDash val="solid"/>
            <a:headEnd type="none" w="sm" len="sm"/>
            <a:tailEnd type="none" w="sm" len="sm"/>
          </a:ln>
        </p:spPr>
      </p:sp>
      <p:sp>
        <p:nvSpPr>
          <p:cNvPr id="56" name="AutoShape 56"/>
          <p:cNvSpPr/>
          <p:nvPr/>
        </p:nvSpPr>
        <p:spPr>
          <a:xfrm flipV="1">
            <a:off x="9271663" y="3245220"/>
            <a:ext cx="0" cy="390525"/>
          </a:xfrm>
          <a:prstGeom prst="line">
            <a:avLst/>
          </a:prstGeom>
          <a:ln w="38100" cap="flat">
            <a:solidFill>
              <a:srgbClr val="000000"/>
            </a:solidFill>
            <a:prstDash val="solid"/>
            <a:headEnd type="none" w="sm" len="sm"/>
            <a:tailEnd type="none" w="sm" len="sm"/>
          </a:ln>
        </p:spPr>
      </p:sp>
      <p:grpSp>
        <p:nvGrpSpPr>
          <p:cNvPr id="57" name="Group 57"/>
          <p:cNvGrpSpPr/>
          <p:nvPr/>
        </p:nvGrpSpPr>
        <p:grpSpPr>
          <a:xfrm>
            <a:off x="14972896" y="3908127"/>
            <a:ext cx="2286404" cy="549003"/>
            <a:chOff x="0" y="0"/>
            <a:chExt cx="602180" cy="144593"/>
          </a:xfrm>
        </p:grpSpPr>
        <p:sp>
          <p:nvSpPr>
            <p:cNvPr id="58" name="Freeform 58"/>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59" name="TextBox 59"/>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Logout</a:t>
              </a:r>
            </a:p>
          </p:txBody>
        </p:sp>
      </p:grpSp>
      <p:sp>
        <p:nvSpPr>
          <p:cNvPr id="60" name="AutoShape 60"/>
          <p:cNvSpPr/>
          <p:nvPr/>
        </p:nvSpPr>
        <p:spPr>
          <a:xfrm flipV="1">
            <a:off x="16135148" y="3635745"/>
            <a:ext cx="0" cy="309310"/>
          </a:xfrm>
          <a:prstGeom prst="line">
            <a:avLst/>
          </a:prstGeom>
          <a:ln w="38100" cap="flat">
            <a:solidFill>
              <a:srgbClr val="000000"/>
            </a:solidFill>
            <a:prstDash val="solid"/>
            <a:headEnd type="none" w="sm" len="sm"/>
            <a:tailEnd type="none" w="sm" len="sm"/>
          </a:ln>
        </p:spPr>
      </p:sp>
      <p:grpSp>
        <p:nvGrpSpPr>
          <p:cNvPr id="61" name="Group 61"/>
          <p:cNvGrpSpPr/>
          <p:nvPr/>
        </p:nvGrpSpPr>
        <p:grpSpPr>
          <a:xfrm>
            <a:off x="11857818" y="4876790"/>
            <a:ext cx="2286404" cy="858196"/>
            <a:chOff x="0" y="0"/>
            <a:chExt cx="602180" cy="226027"/>
          </a:xfrm>
        </p:grpSpPr>
        <p:sp>
          <p:nvSpPr>
            <p:cNvPr id="62" name="Freeform 62"/>
            <p:cNvSpPr/>
            <p:nvPr/>
          </p:nvSpPr>
          <p:spPr>
            <a:xfrm>
              <a:off x="0" y="0"/>
              <a:ext cx="602180" cy="226027"/>
            </a:xfrm>
            <a:custGeom>
              <a:avLst/>
              <a:gdLst/>
              <a:ahLst/>
              <a:cxnLst/>
              <a:rect l="l" t="t" r="r" b="b"/>
              <a:pathLst>
                <a:path w="602180" h="226027">
                  <a:moveTo>
                    <a:pt x="0" y="0"/>
                  </a:moveTo>
                  <a:lnTo>
                    <a:pt x="602180" y="0"/>
                  </a:lnTo>
                  <a:lnTo>
                    <a:pt x="602180" y="226027"/>
                  </a:lnTo>
                  <a:lnTo>
                    <a:pt x="0" y="226027"/>
                  </a:lnTo>
                  <a:close/>
                </a:path>
              </a:pathLst>
            </a:custGeom>
            <a:solidFill>
              <a:srgbClr val="FFFFFF"/>
            </a:solidFill>
            <a:ln w="38100" cap="sq">
              <a:solidFill>
                <a:srgbClr val="000000"/>
              </a:solidFill>
              <a:prstDash val="solid"/>
              <a:miter/>
            </a:ln>
          </p:spPr>
        </p:sp>
        <p:sp>
          <p:nvSpPr>
            <p:cNvPr id="63" name="TextBox 63"/>
            <p:cNvSpPr txBox="1"/>
            <p:nvPr/>
          </p:nvSpPr>
          <p:spPr>
            <a:xfrm>
              <a:off x="0" y="-38100"/>
              <a:ext cx="602180" cy="264127"/>
            </a:xfrm>
            <a:prstGeom prst="rect">
              <a:avLst/>
            </a:prstGeom>
          </p:spPr>
          <p:txBody>
            <a:bodyPr lIns="50800" tIns="50800" rIns="50800" bIns="50800" rtlCol="0" anchor="ctr"/>
            <a:lstStyle/>
            <a:p>
              <a:pPr algn="ctr">
                <a:lnSpc>
                  <a:spcPts val="2659"/>
                </a:lnSpc>
              </a:pPr>
              <a:r>
                <a:rPr lang="en-US" sz="1899">
                  <a:solidFill>
                    <a:srgbClr val="000000"/>
                  </a:solidFill>
                  <a:latin typeface="Canva Sans"/>
                  <a:ea typeface="Canva Sans"/>
                  <a:cs typeface="Canva Sans"/>
                  <a:sym typeface="Canva Sans"/>
                </a:rPr>
                <a:t>Accept</a:t>
              </a:r>
            </a:p>
            <a:p>
              <a:pPr algn="ctr">
                <a:lnSpc>
                  <a:spcPts val="2659"/>
                </a:lnSpc>
                <a:spcBef>
                  <a:spcPct val="0"/>
                </a:spcBef>
              </a:pPr>
              <a:r>
                <a:rPr lang="en-US" sz="1899">
                  <a:solidFill>
                    <a:srgbClr val="000000"/>
                  </a:solidFill>
                  <a:latin typeface="Canva Sans"/>
                  <a:ea typeface="Canva Sans"/>
                  <a:cs typeface="Canva Sans"/>
                  <a:sym typeface="Canva Sans"/>
                </a:rPr>
                <a:t>feedbacks</a:t>
              </a:r>
            </a:p>
          </p:txBody>
        </p:sp>
      </p:grpSp>
      <p:sp>
        <p:nvSpPr>
          <p:cNvPr id="64" name="AutoShape 64"/>
          <p:cNvSpPr/>
          <p:nvPr/>
        </p:nvSpPr>
        <p:spPr>
          <a:xfrm flipV="1">
            <a:off x="14486358" y="4163578"/>
            <a:ext cx="0" cy="979351"/>
          </a:xfrm>
          <a:prstGeom prst="line">
            <a:avLst/>
          </a:prstGeom>
          <a:ln w="38100" cap="flat">
            <a:solidFill>
              <a:srgbClr val="000000"/>
            </a:solidFill>
            <a:prstDash val="solid"/>
            <a:headEnd type="none" w="sm" len="sm"/>
            <a:tailEnd type="none" w="sm" len="sm"/>
          </a:ln>
        </p:spPr>
      </p:sp>
      <p:sp>
        <p:nvSpPr>
          <p:cNvPr id="65" name="AutoShape 65"/>
          <p:cNvSpPr/>
          <p:nvPr/>
        </p:nvSpPr>
        <p:spPr>
          <a:xfrm>
            <a:off x="14139503" y="5142930"/>
            <a:ext cx="346855" cy="0"/>
          </a:xfrm>
          <a:prstGeom prst="line">
            <a:avLst/>
          </a:prstGeom>
          <a:ln w="38100" cap="flat">
            <a:solidFill>
              <a:srgbClr val="000000"/>
            </a:solidFill>
            <a:prstDash val="solid"/>
            <a:headEnd type="none" w="sm" len="sm"/>
            <a:tailEnd type="none" w="sm" len="sm"/>
          </a:ln>
        </p:spPr>
      </p:sp>
      <p:sp>
        <p:nvSpPr>
          <p:cNvPr id="66" name="AutoShape 66"/>
          <p:cNvSpPr/>
          <p:nvPr/>
        </p:nvSpPr>
        <p:spPr>
          <a:xfrm>
            <a:off x="14139503" y="4182628"/>
            <a:ext cx="346855" cy="0"/>
          </a:xfrm>
          <a:prstGeom prst="line">
            <a:avLst/>
          </a:prstGeom>
          <a:ln w="38100" cap="flat">
            <a:solidFill>
              <a:srgbClr val="000000"/>
            </a:solidFill>
            <a:prstDash val="solid"/>
            <a:headEnd type="none" w="sm" len="sm"/>
            <a:tailEnd type="none" w="sm" len="sm"/>
          </a:ln>
        </p:spPr>
      </p:sp>
      <p:sp>
        <p:nvSpPr>
          <p:cNvPr id="67" name="TextBox 67"/>
          <p:cNvSpPr txBox="1"/>
          <p:nvPr/>
        </p:nvSpPr>
        <p:spPr>
          <a:xfrm>
            <a:off x="4071033" y="9327060"/>
            <a:ext cx="10132128" cy="398721"/>
          </a:xfrm>
          <a:prstGeom prst="rect">
            <a:avLst/>
          </a:prstGeom>
        </p:spPr>
        <p:txBody>
          <a:bodyPr lIns="0" tIns="0" rIns="0" bIns="0" rtlCol="0" anchor="t">
            <a:spAutoFit/>
          </a:bodyPr>
          <a:lstStyle/>
          <a:p>
            <a:pPr algn="ctr">
              <a:lnSpc>
                <a:spcPts val="3223"/>
              </a:lnSpc>
              <a:spcBef>
                <a:spcPct val="0"/>
              </a:spcBef>
            </a:pPr>
            <a:r>
              <a:rPr lang="en-US" sz="2302" u="sng">
                <a:solidFill>
                  <a:srgbClr val="000000"/>
                </a:solidFill>
                <a:latin typeface="Poppins"/>
                <a:ea typeface="Poppins"/>
                <a:cs typeface="Poppins"/>
                <a:sym typeface="Poppins"/>
                <a:hlinkClick r:id="rId2" tooltip="https://trackplace.preview.emergentagent.com"/>
              </a:rPr>
              <a:t>https://trackplace.preview.emergentagent.com/</a:t>
            </a:r>
          </a:p>
        </p:txBody>
      </p:sp>
      <p:sp>
        <p:nvSpPr>
          <p:cNvPr id="68" name="Freeform 68"/>
          <p:cNvSpPr/>
          <p:nvPr/>
        </p:nvSpPr>
        <p:spPr>
          <a:xfrm>
            <a:off x="15412587" y="7414263"/>
            <a:ext cx="3075969" cy="3075969"/>
          </a:xfrm>
          <a:custGeom>
            <a:avLst/>
            <a:gdLst/>
            <a:ahLst/>
            <a:cxnLst/>
            <a:rect l="l" t="t" r="r" b="b"/>
            <a:pathLst>
              <a:path w="3075969" h="3075969">
                <a:moveTo>
                  <a:pt x="0" y="0"/>
                </a:moveTo>
                <a:lnTo>
                  <a:pt x="3075970" y="0"/>
                </a:lnTo>
                <a:lnTo>
                  <a:pt x="3075970" y="3075970"/>
                </a:lnTo>
                <a:lnTo>
                  <a:pt x="0" y="3075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9" name="Freeform 69"/>
          <p:cNvSpPr/>
          <p:nvPr/>
        </p:nvSpPr>
        <p:spPr>
          <a:xfrm rot="-10800000">
            <a:off x="-198113" y="-375135"/>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0" name="Freeform 70"/>
          <p:cNvSpPr/>
          <p:nvPr/>
        </p:nvSpPr>
        <p:spPr>
          <a:xfrm>
            <a:off x="15918901" y="7920577"/>
            <a:ext cx="2450523" cy="2450523"/>
          </a:xfrm>
          <a:custGeom>
            <a:avLst/>
            <a:gdLst/>
            <a:ahLst/>
            <a:cxnLst/>
            <a:rect l="l" t="t" r="r" b="b"/>
            <a:pathLst>
              <a:path w="2450523" h="2450523">
                <a:moveTo>
                  <a:pt x="0" y="0"/>
                </a:moveTo>
                <a:lnTo>
                  <a:pt x="2450523" y="0"/>
                </a:lnTo>
                <a:lnTo>
                  <a:pt x="2450523" y="2450523"/>
                </a:lnTo>
                <a:lnTo>
                  <a:pt x="0" y="24505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1" name="Freeform 71"/>
          <p:cNvSpPr/>
          <p:nvPr/>
        </p:nvSpPr>
        <p:spPr>
          <a:xfrm rot="-10800000">
            <a:off x="-69201" y="-246222"/>
            <a:ext cx="2651689" cy="2651689"/>
          </a:xfrm>
          <a:custGeom>
            <a:avLst/>
            <a:gdLst/>
            <a:ahLst/>
            <a:cxnLst/>
            <a:rect l="l" t="t" r="r" b="b"/>
            <a:pathLst>
              <a:path w="2651689" h="2651689">
                <a:moveTo>
                  <a:pt x="0" y="0"/>
                </a:moveTo>
                <a:lnTo>
                  <a:pt x="2651689" y="0"/>
                </a:lnTo>
                <a:lnTo>
                  <a:pt x="2651689" y="2651688"/>
                </a:lnTo>
                <a:lnTo>
                  <a:pt x="0" y="26516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2" name="Freeform 72"/>
          <p:cNvSpPr/>
          <p:nvPr/>
        </p:nvSpPr>
        <p:spPr>
          <a:xfrm rot="-2700000">
            <a:off x="16750015" y="5360938"/>
            <a:ext cx="3075969" cy="3075969"/>
          </a:xfrm>
          <a:custGeom>
            <a:avLst/>
            <a:gdLst/>
            <a:ahLst/>
            <a:cxnLst/>
            <a:rect l="l" t="t" r="r" b="b"/>
            <a:pathLst>
              <a:path w="3075969" h="3075969">
                <a:moveTo>
                  <a:pt x="0" y="0"/>
                </a:moveTo>
                <a:lnTo>
                  <a:pt x="3075970" y="0"/>
                </a:lnTo>
                <a:lnTo>
                  <a:pt x="3075970" y="3075969"/>
                </a:lnTo>
                <a:lnTo>
                  <a:pt x="0" y="30759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3" name="Freeform 73"/>
          <p:cNvSpPr/>
          <p:nvPr/>
        </p:nvSpPr>
        <p:spPr>
          <a:xfrm rot="8100000">
            <a:off x="-1664239" y="1924527"/>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4" name="Freeform 74"/>
          <p:cNvSpPr/>
          <p:nvPr/>
        </p:nvSpPr>
        <p:spPr>
          <a:xfrm>
            <a:off x="17440198" y="9460152"/>
            <a:ext cx="1658065" cy="1639977"/>
          </a:xfrm>
          <a:custGeom>
            <a:avLst/>
            <a:gdLst/>
            <a:ahLst/>
            <a:cxnLst/>
            <a:rect l="l" t="t" r="r" b="b"/>
            <a:pathLst>
              <a:path w="1658065" h="1639977">
                <a:moveTo>
                  <a:pt x="0" y="0"/>
                </a:moveTo>
                <a:lnTo>
                  <a:pt x="1658065" y="0"/>
                </a:lnTo>
                <a:lnTo>
                  <a:pt x="1658065" y="1639977"/>
                </a:lnTo>
                <a:lnTo>
                  <a:pt x="0" y="16399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5" name="Freeform 75"/>
          <p:cNvSpPr/>
          <p:nvPr/>
        </p:nvSpPr>
        <p:spPr>
          <a:xfrm rot="-10800000">
            <a:off x="-857871" y="-1035099"/>
            <a:ext cx="1794177" cy="1774605"/>
          </a:xfrm>
          <a:custGeom>
            <a:avLst/>
            <a:gdLst/>
            <a:ahLst/>
            <a:cxnLst/>
            <a:rect l="l" t="t" r="r" b="b"/>
            <a:pathLst>
              <a:path w="1794177" h="1774605">
                <a:moveTo>
                  <a:pt x="0" y="0"/>
                </a:moveTo>
                <a:lnTo>
                  <a:pt x="1794178" y="0"/>
                </a:lnTo>
                <a:lnTo>
                  <a:pt x="1794178" y="1774605"/>
                </a:lnTo>
                <a:lnTo>
                  <a:pt x="0" y="17746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6" name="Freeform 76"/>
          <p:cNvSpPr/>
          <p:nvPr/>
        </p:nvSpPr>
        <p:spPr>
          <a:xfrm>
            <a:off x="16757558" y="9002084"/>
            <a:ext cx="1180071" cy="143754"/>
          </a:xfrm>
          <a:custGeom>
            <a:avLst/>
            <a:gdLst/>
            <a:ahLst/>
            <a:cxnLst/>
            <a:rect l="l" t="t" r="r" b="b"/>
            <a:pathLst>
              <a:path w="1180071" h="143754">
                <a:moveTo>
                  <a:pt x="0" y="0"/>
                </a:moveTo>
                <a:lnTo>
                  <a:pt x="1180071" y="0"/>
                </a:lnTo>
                <a:lnTo>
                  <a:pt x="1180071" y="143754"/>
                </a:lnTo>
                <a:lnTo>
                  <a:pt x="0" y="14375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7" name="Freeform 77"/>
          <p:cNvSpPr/>
          <p:nvPr/>
        </p:nvSpPr>
        <p:spPr>
          <a:xfrm rot="-10800000">
            <a:off x="398041" y="1079622"/>
            <a:ext cx="1276944" cy="155555"/>
          </a:xfrm>
          <a:custGeom>
            <a:avLst/>
            <a:gdLst/>
            <a:ahLst/>
            <a:cxnLst/>
            <a:rect l="l" t="t" r="r" b="b"/>
            <a:pathLst>
              <a:path w="1276944" h="155555">
                <a:moveTo>
                  <a:pt x="0" y="0"/>
                </a:moveTo>
                <a:lnTo>
                  <a:pt x="1276944" y="0"/>
                </a:lnTo>
                <a:lnTo>
                  <a:pt x="1276944" y="155555"/>
                </a:lnTo>
                <a:lnTo>
                  <a:pt x="0" y="15555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8" name="Freeform 78"/>
          <p:cNvSpPr/>
          <p:nvPr/>
        </p:nvSpPr>
        <p:spPr>
          <a:xfrm>
            <a:off x="638447" y="9343447"/>
            <a:ext cx="1432702" cy="442835"/>
          </a:xfrm>
          <a:custGeom>
            <a:avLst/>
            <a:gdLst/>
            <a:ahLst/>
            <a:cxnLst/>
            <a:rect l="l" t="t" r="r" b="b"/>
            <a:pathLst>
              <a:path w="1432702" h="442835">
                <a:moveTo>
                  <a:pt x="0" y="0"/>
                </a:moveTo>
                <a:lnTo>
                  <a:pt x="1432701" y="0"/>
                </a:lnTo>
                <a:lnTo>
                  <a:pt x="1432701" y="442835"/>
                </a:lnTo>
                <a:lnTo>
                  <a:pt x="0" y="44283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79" name="Freeform 79"/>
          <p:cNvSpPr/>
          <p:nvPr/>
        </p:nvSpPr>
        <p:spPr>
          <a:xfrm flipH="1">
            <a:off x="16216852" y="500718"/>
            <a:ext cx="1432702" cy="442835"/>
          </a:xfrm>
          <a:custGeom>
            <a:avLst/>
            <a:gdLst/>
            <a:ahLst/>
            <a:cxnLst/>
            <a:rect l="l" t="t" r="r" b="b"/>
            <a:pathLst>
              <a:path w="1432702" h="442835">
                <a:moveTo>
                  <a:pt x="1432701" y="0"/>
                </a:moveTo>
                <a:lnTo>
                  <a:pt x="0" y="0"/>
                </a:lnTo>
                <a:lnTo>
                  <a:pt x="0" y="442835"/>
                </a:lnTo>
                <a:lnTo>
                  <a:pt x="1432701" y="442835"/>
                </a:lnTo>
                <a:lnTo>
                  <a:pt x="1432701"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80" name="Group 80"/>
          <p:cNvGrpSpPr/>
          <p:nvPr/>
        </p:nvGrpSpPr>
        <p:grpSpPr>
          <a:xfrm>
            <a:off x="6366890" y="1241246"/>
            <a:ext cx="5538711" cy="1030616"/>
            <a:chOff x="0" y="0"/>
            <a:chExt cx="1666785" cy="310147"/>
          </a:xfrm>
        </p:grpSpPr>
        <p:sp>
          <p:nvSpPr>
            <p:cNvPr id="81" name="Freeform 81"/>
            <p:cNvSpPr/>
            <p:nvPr/>
          </p:nvSpPr>
          <p:spPr>
            <a:xfrm>
              <a:off x="0" y="0"/>
              <a:ext cx="1666785" cy="310147"/>
            </a:xfrm>
            <a:custGeom>
              <a:avLst/>
              <a:gdLst/>
              <a:ahLst/>
              <a:cxnLst/>
              <a:rect l="l" t="t" r="r" b="b"/>
              <a:pathLst>
                <a:path w="1666785" h="310147">
                  <a:moveTo>
                    <a:pt x="0" y="0"/>
                  </a:moveTo>
                  <a:lnTo>
                    <a:pt x="1666785" y="0"/>
                  </a:lnTo>
                  <a:lnTo>
                    <a:pt x="1666785"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82" name="TextBox 82"/>
            <p:cNvSpPr txBox="1"/>
            <p:nvPr/>
          </p:nvSpPr>
          <p:spPr>
            <a:xfrm>
              <a:off x="0" y="-57150"/>
              <a:ext cx="1666785" cy="367297"/>
            </a:xfrm>
            <a:prstGeom prst="rect">
              <a:avLst/>
            </a:prstGeom>
          </p:spPr>
          <p:txBody>
            <a:bodyPr lIns="50800" tIns="50800" rIns="50800" bIns="50800" rtlCol="0" anchor="ctr"/>
            <a:lstStyle/>
            <a:p>
              <a:pPr algn="ctr">
                <a:lnSpc>
                  <a:spcPts val="3223"/>
                </a:lnSpc>
              </a:pPr>
              <a:endParaRPr/>
            </a:p>
          </p:txBody>
        </p:sp>
      </p:grpSp>
      <p:sp>
        <p:nvSpPr>
          <p:cNvPr id="83" name="TextBox 83"/>
          <p:cNvSpPr txBox="1"/>
          <p:nvPr/>
        </p:nvSpPr>
        <p:spPr>
          <a:xfrm>
            <a:off x="7031157" y="1376992"/>
            <a:ext cx="4374476" cy="863600"/>
          </a:xfrm>
          <a:prstGeom prst="rect">
            <a:avLst/>
          </a:prstGeom>
        </p:spPr>
        <p:txBody>
          <a:bodyPr wrap="square" lIns="0" tIns="0" rIns="0" bIns="0" rtlCol="0" anchor="t">
            <a:spAutoFit/>
          </a:bodyPr>
          <a:lstStyle/>
          <a:p>
            <a:pPr algn="ctr">
              <a:lnSpc>
                <a:spcPts val="7000"/>
              </a:lnSpc>
            </a:pPr>
            <a:r>
              <a:rPr lang="en-US" sz="5000" b="1" u="sng" dirty="0">
                <a:solidFill>
                  <a:srgbClr val="ECECEC"/>
                </a:solidFill>
                <a:latin typeface="Canva Sans Bold"/>
                <a:ea typeface="Canva Sans Bold"/>
                <a:cs typeface="Canva Sans Bold"/>
                <a:sym typeface="Canva Sans Bold"/>
              </a:rPr>
              <a:t>Admin Panel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grpSp>
        <p:nvGrpSpPr>
          <p:cNvPr id="2" name="Group 2"/>
          <p:cNvGrpSpPr/>
          <p:nvPr/>
        </p:nvGrpSpPr>
        <p:grpSpPr>
          <a:xfrm>
            <a:off x="952500" y="5535468"/>
            <a:ext cx="2286404" cy="549003"/>
            <a:chOff x="0" y="0"/>
            <a:chExt cx="602180" cy="144593"/>
          </a:xfrm>
        </p:grpSpPr>
        <p:sp>
          <p:nvSpPr>
            <p:cNvPr id="3" name="Freeform 3"/>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4" name="TextBox 4"/>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Aptitude Score</a:t>
              </a:r>
            </a:p>
          </p:txBody>
        </p:sp>
      </p:grpSp>
      <p:grpSp>
        <p:nvGrpSpPr>
          <p:cNvPr id="5" name="Group 5"/>
          <p:cNvGrpSpPr/>
          <p:nvPr/>
        </p:nvGrpSpPr>
        <p:grpSpPr>
          <a:xfrm>
            <a:off x="7187375" y="3908127"/>
            <a:ext cx="2286404" cy="549003"/>
            <a:chOff x="0" y="0"/>
            <a:chExt cx="602180" cy="144593"/>
          </a:xfrm>
        </p:grpSpPr>
        <p:sp>
          <p:nvSpPr>
            <p:cNvPr id="6" name="Freeform 6"/>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7" name="TextBox 7"/>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Coding</a:t>
              </a:r>
            </a:p>
          </p:txBody>
        </p:sp>
      </p:grpSp>
      <p:grpSp>
        <p:nvGrpSpPr>
          <p:cNvPr id="8" name="Group 8"/>
          <p:cNvGrpSpPr/>
          <p:nvPr/>
        </p:nvGrpSpPr>
        <p:grpSpPr>
          <a:xfrm>
            <a:off x="952500" y="6198770"/>
            <a:ext cx="2286404" cy="549003"/>
            <a:chOff x="0" y="0"/>
            <a:chExt cx="602180" cy="144593"/>
          </a:xfrm>
        </p:grpSpPr>
        <p:sp>
          <p:nvSpPr>
            <p:cNvPr id="9" name="Freeform 9"/>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10" name="TextBox 10"/>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Coding Score</a:t>
              </a:r>
            </a:p>
          </p:txBody>
        </p:sp>
      </p:grpSp>
      <p:grpSp>
        <p:nvGrpSpPr>
          <p:cNvPr id="11" name="Group 11"/>
          <p:cNvGrpSpPr/>
          <p:nvPr/>
        </p:nvGrpSpPr>
        <p:grpSpPr>
          <a:xfrm>
            <a:off x="952500" y="3908127"/>
            <a:ext cx="2286404" cy="549003"/>
            <a:chOff x="0" y="0"/>
            <a:chExt cx="602180" cy="144593"/>
          </a:xfrm>
        </p:grpSpPr>
        <p:sp>
          <p:nvSpPr>
            <p:cNvPr id="12" name="Freeform 12"/>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13" name="TextBox 13"/>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Dashboard</a:t>
              </a:r>
            </a:p>
          </p:txBody>
        </p:sp>
      </p:grpSp>
      <p:grpSp>
        <p:nvGrpSpPr>
          <p:cNvPr id="14" name="Group 14"/>
          <p:cNvGrpSpPr/>
          <p:nvPr/>
        </p:nvGrpSpPr>
        <p:grpSpPr>
          <a:xfrm>
            <a:off x="952500" y="4876790"/>
            <a:ext cx="2286404" cy="549003"/>
            <a:chOff x="0" y="0"/>
            <a:chExt cx="602180" cy="144593"/>
          </a:xfrm>
        </p:grpSpPr>
        <p:sp>
          <p:nvSpPr>
            <p:cNvPr id="15" name="Freeform 15"/>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16" name="TextBox 16"/>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Total Attempts</a:t>
              </a:r>
            </a:p>
          </p:txBody>
        </p:sp>
      </p:grpSp>
      <p:grpSp>
        <p:nvGrpSpPr>
          <p:cNvPr id="17" name="Group 17"/>
          <p:cNvGrpSpPr/>
          <p:nvPr/>
        </p:nvGrpSpPr>
        <p:grpSpPr>
          <a:xfrm>
            <a:off x="952500" y="6862073"/>
            <a:ext cx="2286404" cy="549003"/>
            <a:chOff x="0" y="0"/>
            <a:chExt cx="602180" cy="144593"/>
          </a:xfrm>
        </p:grpSpPr>
        <p:sp>
          <p:nvSpPr>
            <p:cNvPr id="18" name="Freeform 18"/>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19" name="TextBox 19"/>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Recent Activity</a:t>
              </a:r>
            </a:p>
          </p:txBody>
        </p:sp>
      </p:grpSp>
      <p:grpSp>
        <p:nvGrpSpPr>
          <p:cNvPr id="20" name="Group 20"/>
          <p:cNvGrpSpPr/>
          <p:nvPr/>
        </p:nvGrpSpPr>
        <p:grpSpPr>
          <a:xfrm>
            <a:off x="7192093" y="4876790"/>
            <a:ext cx="2286404" cy="858196"/>
            <a:chOff x="0" y="0"/>
            <a:chExt cx="602180" cy="226027"/>
          </a:xfrm>
        </p:grpSpPr>
        <p:sp>
          <p:nvSpPr>
            <p:cNvPr id="21" name="Freeform 21"/>
            <p:cNvSpPr/>
            <p:nvPr/>
          </p:nvSpPr>
          <p:spPr>
            <a:xfrm>
              <a:off x="0" y="0"/>
              <a:ext cx="602180" cy="226027"/>
            </a:xfrm>
            <a:custGeom>
              <a:avLst/>
              <a:gdLst/>
              <a:ahLst/>
              <a:cxnLst/>
              <a:rect l="l" t="t" r="r" b="b"/>
              <a:pathLst>
                <a:path w="602180" h="226027">
                  <a:moveTo>
                    <a:pt x="0" y="0"/>
                  </a:moveTo>
                  <a:lnTo>
                    <a:pt x="602180" y="0"/>
                  </a:lnTo>
                  <a:lnTo>
                    <a:pt x="602180" y="226027"/>
                  </a:lnTo>
                  <a:lnTo>
                    <a:pt x="0" y="226027"/>
                  </a:lnTo>
                  <a:close/>
                </a:path>
              </a:pathLst>
            </a:custGeom>
            <a:solidFill>
              <a:srgbClr val="FFFFFF"/>
            </a:solidFill>
            <a:ln w="38100" cap="sq">
              <a:solidFill>
                <a:srgbClr val="000000"/>
              </a:solidFill>
              <a:prstDash val="solid"/>
              <a:miter/>
            </a:ln>
          </p:spPr>
        </p:sp>
        <p:sp>
          <p:nvSpPr>
            <p:cNvPr id="22" name="TextBox 22"/>
            <p:cNvSpPr txBox="1"/>
            <p:nvPr/>
          </p:nvSpPr>
          <p:spPr>
            <a:xfrm>
              <a:off x="0" y="-38100"/>
              <a:ext cx="602180" cy="264127"/>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Registered Student</a:t>
              </a:r>
            </a:p>
          </p:txBody>
        </p:sp>
      </p:grpSp>
      <p:grpSp>
        <p:nvGrpSpPr>
          <p:cNvPr id="23" name="Group 23"/>
          <p:cNvGrpSpPr/>
          <p:nvPr/>
        </p:nvGrpSpPr>
        <p:grpSpPr>
          <a:xfrm>
            <a:off x="4072297" y="4876790"/>
            <a:ext cx="2286404" cy="858196"/>
            <a:chOff x="0" y="0"/>
            <a:chExt cx="602180" cy="226027"/>
          </a:xfrm>
        </p:grpSpPr>
        <p:sp>
          <p:nvSpPr>
            <p:cNvPr id="24" name="Freeform 24"/>
            <p:cNvSpPr/>
            <p:nvPr/>
          </p:nvSpPr>
          <p:spPr>
            <a:xfrm>
              <a:off x="0" y="0"/>
              <a:ext cx="602180" cy="226027"/>
            </a:xfrm>
            <a:custGeom>
              <a:avLst/>
              <a:gdLst/>
              <a:ahLst/>
              <a:cxnLst/>
              <a:rect l="l" t="t" r="r" b="b"/>
              <a:pathLst>
                <a:path w="602180" h="226027">
                  <a:moveTo>
                    <a:pt x="0" y="0"/>
                  </a:moveTo>
                  <a:lnTo>
                    <a:pt x="602180" y="0"/>
                  </a:lnTo>
                  <a:lnTo>
                    <a:pt x="602180" y="226027"/>
                  </a:lnTo>
                  <a:lnTo>
                    <a:pt x="0" y="226027"/>
                  </a:lnTo>
                  <a:close/>
                </a:path>
              </a:pathLst>
            </a:custGeom>
            <a:solidFill>
              <a:srgbClr val="FFFFFF"/>
            </a:solidFill>
            <a:ln w="38100" cap="sq">
              <a:solidFill>
                <a:srgbClr val="000000"/>
              </a:solidFill>
              <a:prstDash val="solid"/>
              <a:miter/>
            </a:ln>
          </p:spPr>
        </p:sp>
        <p:sp>
          <p:nvSpPr>
            <p:cNvPr id="25" name="TextBox 25"/>
            <p:cNvSpPr txBox="1"/>
            <p:nvPr/>
          </p:nvSpPr>
          <p:spPr>
            <a:xfrm>
              <a:off x="0" y="-38100"/>
              <a:ext cx="602180" cy="264127"/>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View and Answer Question</a:t>
              </a:r>
            </a:p>
          </p:txBody>
        </p:sp>
      </p:grpSp>
      <p:grpSp>
        <p:nvGrpSpPr>
          <p:cNvPr id="26" name="Group 26"/>
          <p:cNvGrpSpPr/>
          <p:nvPr/>
        </p:nvGrpSpPr>
        <p:grpSpPr>
          <a:xfrm>
            <a:off x="4072297" y="3908127"/>
            <a:ext cx="2286404" cy="549003"/>
            <a:chOff x="0" y="0"/>
            <a:chExt cx="602180" cy="144593"/>
          </a:xfrm>
        </p:grpSpPr>
        <p:sp>
          <p:nvSpPr>
            <p:cNvPr id="27" name="Freeform 27"/>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28" name="TextBox 28"/>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Aptitude</a:t>
              </a:r>
            </a:p>
          </p:txBody>
        </p:sp>
      </p:grpSp>
      <p:grpSp>
        <p:nvGrpSpPr>
          <p:cNvPr id="29" name="Group 29"/>
          <p:cNvGrpSpPr/>
          <p:nvPr/>
        </p:nvGrpSpPr>
        <p:grpSpPr>
          <a:xfrm>
            <a:off x="4072297" y="5829019"/>
            <a:ext cx="2286404" cy="549003"/>
            <a:chOff x="0" y="0"/>
            <a:chExt cx="602180" cy="144593"/>
          </a:xfrm>
        </p:grpSpPr>
        <p:sp>
          <p:nvSpPr>
            <p:cNvPr id="30" name="Freeform 30"/>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31" name="TextBox 31"/>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Submit Quiz</a:t>
              </a:r>
            </a:p>
          </p:txBody>
        </p:sp>
      </p:grpSp>
      <p:grpSp>
        <p:nvGrpSpPr>
          <p:cNvPr id="32" name="Group 32"/>
          <p:cNvGrpSpPr/>
          <p:nvPr/>
        </p:nvGrpSpPr>
        <p:grpSpPr>
          <a:xfrm>
            <a:off x="10423759" y="3908127"/>
            <a:ext cx="2286404" cy="549003"/>
            <a:chOff x="0" y="0"/>
            <a:chExt cx="602180" cy="144593"/>
          </a:xfrm>
        </p:grpSpPr>
        <p:sp>
          <p:nvSpPr>
            <p:cNvPr id="33" name="Freeform 33"/>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34" name="TextBox 34"/>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Interview</a:t>
              </a:r>
            </a:p>
          </p:txBody>
        </p:sp>
      </p:grpSp>
      <p:grpSp>
        <p:nvGrpSpPr>
          <p:cNvPr id="35" name="Group 35"/>
          <p:cNvGrpSpPr/>
          <p:nvPr/>
        </p:nvGrpSpPr>
        <p:grpSpPr>
          <a:xfrm>
            <a:off x="8767633" y="2696218"/>
            <a:ext cx="1640892" cy="549003"/>
            <a:chOff x="0" y="0"/>
            <a:chExt cx="432169" cy="144593"/>
          </a:xfrm>
        </p:grpSpPr>
        <p:sp>
          <p:nvSpPr>
            <p:cNvPr id="36" name="Freeform 36"/>
            <p:cNvSpPr/>
            <p:nvPr/>
          </p:nvSpPr>
          <p:spPr>
            <a:xfrm>
              <a:off x="0" y="0"/>
              <a:ext cx="432169" cy="144593"/>
            </a:xfrm>
            <a:custGeom>
              <a:avLst/>
              <a:gdLst/>
              <a:ahLst/>
              <a:cxnLst/>
              <a:rect l="l" t="t" r="r" b="b"/>
              <a:pathLst>
                <a:path w="432169" h="144593">
                  <a:moveTo>
                    <a:pt x="0" y="0"/>
                  </a:moveTo>
                  <a:lnTo>
                    <a:pt x="432169" y="0"/>
                  </a:lnTo>
                  <a:lnTo>
                    <a:pt x="432169" y="144593"/>
                  </a:lnTo>
                  <a:lnTo>
                    <a:pt x="0" y="144593"/>
                  </a:lnTo>
                  <a:close/>
                </a:path>
              </a:pathLst>
            </a:custGeom>
            <a:solidFill>
              <a:srgbClr val="FFFFFF"/>
            </a:solidFill>
            <a:ln w="38100" cap="sq">
              <a:solidFill>
                <a:srgbClr val="000000"/>
              </a:solidFill>
              <a:prstDash val="solid"/>
              <a:miter/>
            </a:ln>
          </p:spPr>
        </p:sp>
        <p:sp>
          <p:nvSpPr>
            <p:cNvPr id="37" name="TextBox 37"/>
            <p:cNvSpPr txBox="1"/>
            <p:nvPr/>
          </p:nvSpPr>
          <p:spPr>
            <a:xfrm>
              <a:off x="0" y="-38100"/>
              <a:ext cx="432169"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Login</a:t>
              </a:r>
            </a:p>
          </p:txBody>
        </p:sp>
      </p:grpSp>
      <p:sp>
        <p:nvSpPr>
          <p:cNvPr id="38" name="AutoShape 38"/>
          <p:cNvSpPr/>
          <p:nvPr/>
        </p:nvSpPr>
        <p:spPr>
          <a:xfrm flipV="1">
            <a:off x="3587385" y="4201678"/>
            <a:ext cx="0" cy="2953946"/>
          </a:xfrm>
          <a:prstGeom prst="line">
            <a:avLst/>
          </a:prstGeom>
          <a:ln w="38100" cap="flat">
            <a:solidFill>
              <a:srgbClr val="000000"/>
            </a:solidFill>
            <a:prstDash val="solid"/>
            <a:headEnd type="none" w="sm" len="sm"/>
            <a:tailEnd type="none" w="sm" len="sm"/>
          </a:ln>
        </p:spPr>
      </p:sp>
      <p:sp>
        <p:nvSpPr>
          <p:cNvPr id="39" name="AutoShape 39"/>
          <p:cNvSpPr/>
          <p:nvPr/>
        </p:nvSpPr>
        <p:spPr>
          <a:xfrm flipH="1" flipV="1">
            <a:off x="6711125" y="4182628"/>
            <a:ext cx="0" cy="1958992"/>
          </a:xfrm>
          <a:prstGeom prst="line">
            <a:avLst/>
          </a:prstGeom>
          <a:ln w="38100" cap="flat">
            <a:solidFill>
              <a:srgbClr val="000000"/>
            </a:solidFill>
            <a:prstDash val="solid"/>
            <a:headEnd type="none" w="sm" len="sm"/>
            <a:tailEnd type="none" w="sm" len="sm"/>
          </a:ln>
        </p:spPr>
      </p:sp>
      <p:sp>
        <p:nvSpPr>
          <p:cNvPr id="40" name="AutoShape 40"/>
          <p:cNvSpPr/>
          <p:nvPr/>
        </p:nvSpPr>
        <p:spPr>
          <a:xfrm flipV="1">
            <a:off x="9820634" y="4163578"/>
            <a:ext cx="0" cy="979351"/>
          </a:xfrm>
          <a:prstGeom prst="line">
            <a:avLst/>
          </a:prstGeom>
          <a:ln w="38100" cap="flat">
            <a:solidFill>
              <a:srgbClr val="000000"/>
            </a:solidFill>
            <a:prstDash val="solid"/>
            <a:headEnd type="none" w="sm" len="sm"/>
            <a:tailEnd type="none" w="sm" len="sm"/>
          </a:ln>
        </p:spPr>
      </p:sp>
      <p:sp>
        <p:nvSpPr>
          <p:cNvPr id="41" name="AutoShape 41"/>
          <p:cNvSpPr/>
          <p:nvPr/>
        </p:nvSpPr>
        <p:spPr>
          <a:xfrm flipH="1">
            <a:off x="2095702" y="3635745"/>
            <a:ext cx="14329132" cy="0"/>
          </a:xfrm>
          <a:prstGeom prst="line">
            <a:avLst/>
          </a:prstGeom>
          <a:ln w="38100" cap="flat">
            <a:solidFill>
              <a:srgbClr val="000000"/>
            </a:solidFill>
            <a:prstDash val="solid"/>
            <a:headEnd type="none" w="sm" len="sm"/>
            <a:tailEnd type="none" w="sm" len="sm"/>
          </a:ln>
        </p:spPr>
      </p:sp>
      <p:sp>
        <p:nvSpPr>
          <p:cNvPr id="42" name="AutoShape 42"/>
          <p:cNvSpPr/>
          <p:nvPr/>
        </p:nvSpPr>
        <p:spPr>
          <a:xfrm>
            <a:off x="6358700" y="6122570"/>
            <a:ext cx="352425" cy="0"/>
          </a:xfrm>
          <a:prstGeom prst="line">
            <a:avLst/>
          </a:prstGeom>
          <a:ln w="38100" cap="flat">
            <a:solidFill>
              <a:srgbClr val="000000"/>
            </a:solidFill>
            <a:prstDash val="solid"/>
            <a:headEnd type="none" w="sm" len="sm"/>
            <a:tailEnd type="none" w="sm" len="sm"/>
          </a:ln>
        </p:spPr>
      </p:sp>
      <p:sp>
        <p:nvSpPr>
          <p:cNvPr id="43" name="AutoShape 43"/>
          <p:cNvSpPr/>
          <p:nvPr/>
        </p:nvSpPr>
        <p:spPr>
          <a:xfrm>
            <a:off x="3240530" y="7136574"/>
            <a:ext cx="346855" cy="0"/>
          </a:xfrm>
          <a:prstGeom prst="line">
            <a:avLst/>
          </a:prstGeom>
          <a:ln w="38100" cap="flat">
            <a:solidFill>
              <a:srgbClr val="000000"/>
            </a:solidFill>
            <a:prstDash val="solid"/>
            <a:headEnd type="none" w="sm" len="sm"/>
            <a:tailEnd type="none" w="sm" len="sm"/>
          </a:ln>
        </p:spPr>
      </p:sp>
      <p:sp>
        <p:nvSpPr>
          <p:cNvPr id="44" name="AutoShape 44"/>
          <p:cNvSpPr/>
          <p:nvPr/>
        </p:nvSpPr>
        <p:spPr>
          <a:xfrm>
            <a:off x="3219503" y="5170341"/>
            <a:ext cx="346855" cy="0"/>
          </a:xfrm>
          <a:prstGeom prst="line">
            <a:avLst/>
          </a:prstGeom>
          <a:ln w="38100" cap="flat">
            <a:solidFill>
              <a:srgbClr val="000000"/>
            </a:solidFill>
            <a:prstDash val="solid"/>
            <a:headEnd type="none" w="sm" len="sm"/>
            <a:tailEnd type="none" w="sm" len="sm"/>
          </a:ln>
        </p:spPr>
      </p:sp>
      <p:sp>
        <p:nvSpPr>
          <p:cNvPr id="45" name="AutoShape 45"/>
          <p:cNvSpPr/>
          <p:nvPr/>
        </p:nvSpPr>
        <p:spPr>
          <a:xfrm>
            <a:off x="3219503" y="5829019"/>
            <a:ext cx="346855" cy="0"/>
          </a:xfrm>
          <a:prstGeom prst="line">
            <a:avLst/>
          </a:prstGeom>
          <a:ln w="38100" cap="flat">
            <a:solidFill>
              <a:srgbClr val="000000"/>
            </a:solidFill>
            <a:prstDash val="solid"/>
            <a:headEnd type="none" w="sm" len="sm"/>
            <a:tailEnd type="none" w="sm" len="sm"/>
          </a:ln>
        </p:spPr>
      </p:sp>
      <p:sp>
        <p:nvSpPr>
          <p:cNvPr id="46" name="AutoShape 46"/>
          <p:cNvSpPr/>
          <p:nvPr/>
        </p:nvSpPr>
        <p:spPr>
          <a:xfrm>
            <a:off x="3219503" y="6454222"/>
            <a:ext cx="346855" cy="0"/>
          </a:xfrm>
          <a:prstGeom prst="line">
            <a:avLst/>
          </a:prstGeom>
          <a:ln w="38100" cap="flat">
            <a:solidFill>
              <a:srgbClr val="000000"/>
            </a:solidFill>
            <a:prstDash val="solid"/>
            <a:headEnd type="none" w="sm" len="sm"/>
            <a:tailEnd type="none" w="sm" len="sm"/>
          </a:ln>
        </p:spPr>
      </p:sp>
      <p:sp>
        <p:nvSpPr>
          <p:cNvPr id="47" name="AutoShape 47"/>
          <p:cNvSpPr/>
          <p:nvPr/>
        </p:nvSpPr>
        <p:spPr>
          <a:xfrm>
            <a:off x="6358700" y="5170341"/>
            <a:ext cx="352425" cy="0"/>
          </a:xfrm>
          <a:prstGeom prst="line">
            <a:avLst/>
          </a:prstGeom>
          <a:ln w="38100" cap="flat">
            <a:solidFill>
              <a:srgbClr val="000000"/>
            </a:solidFill>
            <a:prstDash val="solid"/>
            <a:headEnd type="none" w="sm" len="sm"/>
            <a:tailEnd type="none" w="sm" len="sm"/>
          </a:ln>
        </p:spPr>
      </p:sp>
      <p:sp>
        <p:nvSpPr>
          <p:cNvPr id="48" name="AutoShape 48"/>
          <p:cNvSpPr/>
          <p:nvPr/>
        </p:nvSpPr>
        <p:spPr>
          <a:xfrm>
            <a:off x="6358700" y="4201678"/>
            <a:ext cx="352425" cy="0"/>
          </a:xfrm>
          <a:prstGeom prst="line">
            <a:avLst/>
          </a:prstGeom>
          <a:ln w="38100" cap="flat">
            <a:solidFill>
              <a:srgbClr val="000000"/>
            </a:solidFill>
            <a:prstDash val="solid"/>
            <a:headEnd type="none" w="sm" len="sm"/>
            <a:tailEnd type="none" w="sm" len="sm"/>
          </a:ln>
        </p:spPr>
      </p:sp>
      <p:sp>
        <p:nvSpPr>
          <p:cNvPr id="49" name="AutoShape 49"/>
          <p:cNvSpPr/>
          <p:nvPr/>
        </p:nvSpPr>
        <p:spPr>
          <a:xfrm>
            <a:off x="3240530" y="4220728"/>
            <a:ext cx="346855" cy="0"/>
          </a:xfrm>
          <a:prstGeom prst="line">
            <a:avLst/>
          </a:prstGeom>
          <a:ln w="38100" cap="flat">
            <a:solidFill>
              <a:srgbClr val="000000"/>
            </a:solidFill>
            <a:prstDash val="solid"/>
            <a:headEnd type="none" w="sm" len="sm"/>
            <a:tailEnd type="none" w="sm" len="sm"/>
          </a:ln>
        </p:spPr>
      </p:sp>
      <p:sp>
        <p:nvSpPr>
          <p:cNvPr id="50" name="AutoShape 50"/>
          <p:cNvSpPr/>
          <p:nvPr/>
        </p:nvSpPr>
        <p:spPr>
          <a:xfrm>
            <a:off x="9473779" y="5142930"/>
            <a:ext cx="346855" cy="0"/>
          </a:xfrm>
          <a:prstGeom prst="line">
            <a:avLst/>
          </a:prstGeom>
          <a:ln w="38100" cap="flat">
            <a:solidFill>
              <a:srgbClr val="000000"/>
            </a:solidFill>
            <a:prstDash val="solid"/>
            <a:headEnd type="none" w="sm" len="sm"/>
            <a:tailEnd type="none" w="sm" len="sm"/>
          </a:ln>
        </p:spPr>
      </p:sp>
      <p:sp>
        <p:nvSpPr>
          <p:cNvPr id="51" name="AutoShape 51"/>
          <p:cNvSpPr/>
          <p:nvPr/>
        </p:nvSpPr>
        <p:spPr>
          <a:xfrm>
            <a:off x="9473779" y="4182628"/>
            <a:ext cx="346855" cy="0"/>
          </a:xfrm>
          <a:prstGeom prst="line">
            <a:avLst/>
          </a:prstGeom>
          <a:ln w="38100" cap="flat">
            <a:solidFill>
              <a:srgbClr val="000000"/>
            </a:solidFill>
            <a:prstDash val="solid"/>
            <a:headEnd type="none" w="sm" len="sm"/>
            <a:tailEnd type="none" w="sm" len="sm"/>
          </a:ln>
        </p:spPr>
      </p:sp>
      <p:sp>
        <p:nvSpPr>
          <p:cNvPr id="52" name="AutoShape 52"/>
          <p:cNvSpPr/>
          <p:nvPr/>
        </p:nvSpPr>
        <p:spPr>
          <a:xfrm flipV="1">
            <a:off x="11586011" y="3635745"/>
            <a:ext cx="0" cy="309310"/>
          </a:xfrm>
          <a:prstGeom prst="line">
            <a:avLst/>
          </a:prstGeom>
          <a:ln w="38100" cap="flat">
            <a:solidFill>
              <a:srgbClr val="000000"/>
            </a:solidFill>
            <a:prstDash val="solid"/>
            <a:headEnd type="none" w="sm" len="sm"/>
            <a:tailEnd type="none" w="sm" len="sm"/>
          </a:ln>
        </p:spPr>
      </p:sp>
      <p:sp>
        <p:nvSpPr>
          <p:cNvPr id="53" name="AutoShape 53"/>
          <p:cNvSpPr/>
          <p:nvPr/>
        </p:nvSpPr>
        <p:spPr>
          <a:xfrm flipV="1">
            <a:off x="8216849" y="3635745"/>
            <a:ext cx="0" cy="309310"/>
          </a:xfrm>
          <a:prstGeom prst="line">
            <a:avLst/>
          </a:prstGeom>
          <a:ln w="38100" cap="flat">
            <a:solidFill>
              <a:srgbClr val="000000"/>
            </a:solidFill>
            <a:prstDash val="solid"/>
            <a:headEnd type="none" w="sm" len="sm"/>
            <a:tailEnd type="none" w="sm" len="sm"/>
          </a:ln>
        </p:spPr>
      </p:sp>
      <p:sp>
        <p:nvSpPr>
          <p:cNvPr id="54" name="AutoShape 54"/>
          <p:cNvSpPr/>
          <p:nvPr/>
        </p:nvSpPr>
        <p:spPr>
          <a:xfrm flipV="1">
            <a:off x="5215499" y="3635745"/>
            <a:ext cx="0" cy="309310"/>
          </a:xfrm>
          <a:prstGeom prst="line">
            <a:avLst/>
          </a:prstGeom>
          <a:ln w="38100" cap="flat">
            <a:solidFill>
              <a:srgbClr val="000000"/>
            </a:solidFill>
            <a:prstDash val="solid"/>
            <a:headEnd type="none" w="sm" len="sm"/>
            <a:tailEnd type="none" w="sm" len="sm"/>
          </a:ln>
        </p:spPr>
      </p:sp>
      <p:sp>
        <p:nvSpPr>
          <p:cNvPr id="55" name="AutoShape 55"/>
          <p:cNvSpPr/>
          <p:nvPr/>
        </p:nvSpPr>
        <p:spPr>
          <a:xfrm flipV="1">
            <a:off x="2114752" y="3635745"/>
            <a:ext cx="0" cy="309310"/>
          </a:xfrm>
          <a:prstGeom prst="line">
            <a:avLst/>
          </a:prstGeom>
          <a:ln w="38100" cap="flat">
            <a:solidFill>
              <a:srgbClr val="000000"/>
            </a:solidFill>
            <a:prstDash val="solid"/>
            <a:headEnd type="none" w="sm" len="sm"/>
            <a:tailEnd type="none" w="sm" len="sm"/>
          </a:ln>
        </p:spPr>
      </p:sp>
      <p:sp>
        <p:nvSpPr>
          <p:cNvPr id="56" name="AutoShape 56"/>
          <p:cNvSpPr/>
          <p:nvPr/>
        </p:nvSpPr>
        <p:spPr>
          <a:xfrm flipV="1">
            <a:off x="9588079" y="3245220"/>
            <a:ext cx="0" cy="390525"/>
          </a:xfrm>
          <a:prstGeom prst="line">
            <a:avLst/>
          </a:prstGeom>
          <a:ln w="38100" cap="flat">
            <a:solidFill>
              <a:srgbClr val="000000"/>
            </a:solidFill>
            <a:prstDash val="solid"/>
            <a:headEnd type="none" w="sm" len="sm"/>
            <a:tailEnd type="none" w="sm" len="sm"/>
          </a:ln>
        </p:spPr>
      </p:sp>
      <p:grpSp>
        <p:nvGrpSpPr>
          <p:cNvPr id="57" name="Group 57"/>
          <p:cNvGrpSpPr/>
          <p:nvPr/>
        </p:nvGrpSpPr>
        <p:grpSpPr>
          <a:xfrm>
            <a:off x="15710459" y="3898602"/>
            <a:ext cx="1324659" cy="549003"/>
            <a:chOff x="0" y="0"/>
            <a:chExt cx="348881" cy="144593"/>
          </a:xfrm>
        </p:grpSpPr>
        <p:sp>
          <p:nvSpPr>
            <p:cNvPr id="58" name="Freeform 58"/>
            <p:cNvSpPr/>
            <p:nvPr/>
          </p:nvSpPr>
          <p:spPr>
            <a:xfrm>
              <a:off x="0" y="0"/>
              <a:ext cx="348881" cy="144593"/>
            </a:xfrm>
            <a:custGeom>
              <a:avLst/>
              <a:gdLst/>
              <a:ahLst/>
              <a:cxnLst/>
              <a:rect l="l" t="t" r="r" b="b"/>
              <a:pathLst>
                <a:path w="348881" h="144593">
                  <a:moveTo>
                    <a:pt x="0" y="0"/>
                  </a:moveTo>
                  <a:lnTo>
                    <a:pt x="348881" y="0"/>
                  </a:lnTo>
                  <a:lnTo>
                    <a:pt x="348881" y="144593"/>
                  </a:lnTo>
                  <a:lnTo>
                    <a:pt x="0" y="144593"/>
                  </a:lnTo>
                  <a:close/>
                </a:path>
              </a:pathLst>
            </a:custGeom>
            <a:solidFill>
              <a:srgbClr val="FFFFFF"/>
            </a:solidFill>
            <a:ln w="38100" cap="sq">
              <a:solidFill>
                <a:srgbClr val="000000"/>
              </a:solidFill>
              <a:prstDash val="solid"/>
              <a:miter/>
            </a:ln>
          </p:spPr>
        </p:sp>
        <p:sp>
          <p:nvSpPr>
            <p:cNvPr id="59" name="TextBox 59"/>
            <p:cNvSpPr txBox="1"/>
            <p:nvPr/>
          </p:nvSpPr>
          <p:spPr>
            <a:xfrm>
              <a:off x="0" y="-38100"/>
              <a:ext cx="348881"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Logout</a:t>
              </a:r>
            </a:p>
          </p:txBody>
        </p:sp>
      </p:grpSp>
      <p:sp>
        <p:nvSpPr>
          <p:cNvPr id="60" name="AutoShape 60"/>
          <p:cNvSpPr/>
          <p:nvPr/>
        </p:nvSpPr>
        <p:spPr>
          <a:xfrm flipV="1">
            <a:off x="16424834" y="3616695"/>
            <a:ext cx="0" cy="309310"/>
          </a:xfrm>
          <a:prstGeom prst="line">
            <a:avLst/>
          </a:prstGeom>
          <a:ln w="38100" cap="flat">
            <a:solidFill>
              <a:srgbClr val="000000"/>
            </a:solidFill>
            <a:prstDash val="solid"/>
            <a:headEnd type="none" w="sm" len="sm"/>
            <a:tailEnd type="none" w="sm" len="sm"/>
          </a:ln>
        </p:spPr>
      </p:sp>
      <p:grpSp>
        <p:nvGrpSpPr>
          <p:cNvPr id="61" name="Group 61"/>
          <p:cNvGrpSpPr/>
          <p:nvPr/>
        </p:nvGrpSpPr>
        <p:grpSpPr>
          <a:xfrm>
            <a:off x="10423759" y="4876790"/>
            <a:ext cx="2286404" cy="858196"/>
            <a:chOff x="0" y="0"/>
            <a:chExt cx="602180" cy="226027"/>
          </a:xfrm>
        </p:grpSpPr>
        <p:sp>
          <p:nvSpPr>
            <p:cNvPr id="62" name="Freeform 62"/>
            <p:cNvSpPr/>
            <p:nvPr/>
          </p:nvSpPr>
          <p:spPr>
            <a:xfrm>
              <a:off x="0" y="0"/>
              <a:ext cx="602180" cy="226027"/>
            </a:xfrm>
            <a:custGeom>
              <a:avLst/>
              <a:gdLst/>
              <a:ahLst/>
              <a:cxnLst/>
              <a:rect l="l" t="t" r="r" b="b"/>
              <a:pathLst>
                <a:path w="602180" h="226027">
                  <a:moveTo>
                    <a:pt x="0" y="0"/>
                  </a:moveTo>
                  <a:lnTo>
                    <a:pt x="602180" y="0"/>
                  </a:lnTo>
                  <a:lnTo>
                    <a:pt x="602180" y="226027"/>
                  </a:lnTo>
                  <a:lnTo>
                    <a:pt x="0" y="226027"/>
                  </a:lnTo>
                  <a:close/>
                </a:path>
              </a:pathLst>
            </a:custGeom>
            <a:solidFill>
              <a:srgbClr val="FFFFFF"/>
            </a:solidFill>
            <a:ln w="38100" cap="sq">
              <a:solidFill>
                <a:srgbClr val="000000"/>
              </a:solidFill>
              <a:prstDash val="solid"/>
              <a:miter/>
            </a:ln>
          </p:spPr>
        </p:sp>
        <p:sp>
          <p:nvSpPr>
            <p:cNvPr id="63" name="TextBox 63"/>
            <p:cNvSpPr txBox="1"/>
            <p:nvPr/>
          </p:nvSpPr>
          <p:spPr>
            <a:xfrm>
              <a:off x="0" y="-38100"/>
              <a:ext cx="602180" cy="264127"/>
            </a:xfrm>
            <a:prstGeom prst="rect">
              <a:avLst/>
            </a:prstGeom>
          </p:spPr>
          <p:txBody>
            <a:bodyPr lIns="50800" tIns="50800" rIns="50800" bIns="50800" rtlCol="0" anchor="ctr"/>
            <a:lstStyle/>
            <a:p>
              <a:pPr algn="ctr">
                <a:lnSpc>
                  <a:spcPts val="2659"/>
                </a:lnSpc>
              </a:pPr>
              <a:r>
                <a:rPr lang="en-US" sz="1899">
                  <a:solidFill>
                    <a:srgbClr val="000000"/>
                  </a:solidFill>
                  <a:latin typeface="Canva Sans"/>
                  <a:ea typeface="Canva Sans"/>
                  <a:cs typeface="Canva Sans"/>
                  <a:sym typeface="Canva Sans"/>
                </a:rPr>
                <a:t>Accept</a:t>
              </a:r>
            </a:p>
            <a:p>
              <a:pPr algn="ctr">
                <a:lnSpc>
                  <a:spcPts val="2659"/>
                </a:lnSpc>
                <a:spcBef>
                  <a:spcPct val="0"/>
                </a:spcBef>
              </a:pPr>
              <a:r>
                <a:rPr lang="en-US" sz="1899">
                  <a:solidFill>
                    <a:srgbClr val="000000"/>
                  </a:solidFill>
                  <a:latin typeface="Canva Sans"/>
                  <a:ea typeface="Canva Sans"/>
                  <a:cs typeface="Canva Sans"/>
                  <a:sym typeface="Canva Sans"/>
                </a:rPr>
                <a:t>feedbacks</a:t>
              </a:r>
            </a:p>
          </p:txBody>
        </p:sp>
      </p:grpSp>
      <p:sp>
        <p:nvSpPr>
          <p:cNvPr id="64" name="AutoShape 64"/>
          <p:cNvSpPr/>
          <p:nvPr/>
        </p:nvSpPr>
        <p:spPr>
          <a:xfrm flipV="1">
            <a:off x="13052300" y="4163578"/>
            <a:ext cx="0" cy="979351"/>
          </a:xfrm>
          <a:prstGeom prst="line">
            <a:avLst/>
          </a:prstGeom>
          <a:ln w="38100" cap="flat">
            <a:solidFill>
              <a:srgbClr val="000000"/>
            </a:solidFill>
            <a:prstDash val="solid"/>
            <a:headEnd type="none" w="sm" len="sm"/>
            <a:tailEnd type="none" w="sm" len="sm"/>
          </a:ln>
        </p:spPr>
      </p:sp>
      <p:sp>
        <p:nvSpPr>
          <p:cNvPr id="65" name="AutoShape 65"/>
          <p:cNvSpPr/>
          <p:nvPr/>
        </p:nvSpPr>
        <p:spPr>
          <a:xfrm>
            <a:off x="12705445" y="5142930"/>
            <a:ext cx="346855" cy="0"/>
          </a:xfrm>
          <a:prstGeom prst="line">
            <a:avLst/>
          </a:prstGeom>
          <a:ln w="38100" cap="flat">
            <a:solidFill>
              <a:srgbClr val="000000"/>
            </a:solidFill>
            <a:prstDash val="solid"/>
            <a:headEnd type="none" w="sm" len="sm"/>
            <a:tailEnd type="none" w="sm" len="sm"/>
          </a:ln>
        </p:spPr>
      </p:sp>
      <p:sp>
        <p:nvSpPr>
          <p:cNvPr id="66" name="AutoShape 66"/>
          <p:cNvSpPr/>
          <p:nvPr/>
        </p:nvSpPr>
        <p:spPr>
          <a:xfrm>
            <a:off x="12705445" y="4182628"/>
            <a:ext cx="346855" cy="0"/>
          </a:xfrm>
          <a:prstGeom prst="line">
            <a:avLst/>
          </a:prstGeom>
          <a:ln w="38100" cap="flat">
            <a:solidFill>
              <a:srgbClr val="000000"/>
            </a:solidFill>
            <a:prstDash val="solid"/>
            <a:headEnd type="none" w="sm" len="sm"/>
            <a:tailEnd type="none" w="sm" len="sm"/>
          </a:ln>
        </p:spPr>
      </p:sp>
      <p:grpSp>
        <p:nvGrpSpPr>
          <p:cNvPr id="67" name="Group 67"/>
          <p:cNvGrpSpPr/>
          <p:nvPr/>
        </p:nvGrpSpPr>
        <p:grpSpPr>
          <a:xfrm>
            <a:off x="13642850" y="3898602"/>
            <a:ext cx="1515159" cy="549003"/>
            <a:chOff x="0" y="0"/>
            <a:chExt cx="399054" cy="144593"/>
          </a:xfrm>
        </p:grpSpPr>
        <p:sp>
          <p:nvSpPr>
            <p:cNvPr id="68" name="Freeform 68"/>
            <p:cNvSpPr/>
            <p:nvPr/>
          </p:nvSpPr>
          <p:spPr>
            <a:xfrm>
              <a:off x="0" y="0"/>
              <a:ext cx="399054" cy="144593"/>
            </a:xfrm>
            <a:custGeom>
              <a:avLst/>
              <a:gdLst/>
              <a:ahLst/>
              <a:cxnLst/>
              <a:rect l="l" t="t" r="r" b="b"/>
              <a:pathLst>
                <a:path w="399054" h="144593">
                  <a:moveTo>
                    <a:pt x="0" y="0"/>
                  </a:moveTo>
                  <a:lnTo>
                    <a:pt x="399054" y="0"/>
                  </a:lnTo>
                  <a:lnTo>
                    <a:pt x="399054" y="144593"/>
                  </a:lnTo>
                  <a:lnTo>
                    <a:pt x="0" y="144593"/>
                  </a:lnTo>
                  <a:close/>
                </a:path>
              </a:pathLst>
            </a:custGeom>
            <a:solidFill>
              <a:srgbClr val="FFFFFF"/>
            </a:solidFill>
            <a:ln w="38100" cap="sq">
              <a:solidFill>
                <a:srgbClr val="000000"/>
              </a:solidFill>
              <a:prstDash val="solid"/>
              <a:miter/>
            </a:ln>
          </p:spPr>
        </p:sp>
        <p:sp>
          <p:nvSpPr>
            <p:cNvPr id="69" name="TextBox 69"/>
            <p:cNvSpPr txBox="1"/>
            <p:nvPr/>
          </p:nvSpPr>
          <p:spPr>
            <a:xfrm>
              <a:off x="0" y="-38100"/>
              <a:ext cx="399054"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Feedback</a:t>
              </a:r>
            </a:p>
          </p:txBody>
        </p:sp>
      </p:grpSp>
      <p:sp>
        <p:nvSpPr>
          <p:cNvPr id="70" name="AutoShape 70"/>
          <p:cNvSpPr/>
          <p:nvPr/>
        </p:nvSpPr>
        <p:spPr>
          <a:xfrm flipV="1">
            <a:off x="14402100" y="3626220"/>
            <a:ext cx="0" cy="309310"/>
          </a:xfrm>
          <a:prstGeom prst="line">
            <a:avLst/>
          </a:prstGeom>
          <a:ln w="38100" cap="flat">
            <a:solidFill>
              <a:srgbClr val="000000"/>
            </a:solidFill>
            <a:prstDash val="solid"/>
            <a:headEnd type="none" w="sm" len="sm"/>
            <a:tailEnd type="none" w="sm" len="sm"/>
          </a:ln>
        </p:spPr>
      </p:sp>
      <p:sp>
        <p:nvSpPr>
          <p:cNvPr id="71" name="TextBox 71"/>
          <p:cNvSpPr txBox="1"/>
          <p:nvPr/>
        </p:nvSpPr>
        <p:spPr>
          <a:xfrm>
            <a:off x="4071033" y="9327060"/>
            <a:ext cx="10132128" cy="398721"/>
          </a:xfrm>
          <a:prstGeom prst="rect">
            <a:avLst/>
          </a:prstGeom>
        </p:spPr>
        <p:txBody>
          <a:bodyPr lIns="0" tIns="0" rIns="0" bIns="0" rtlCol="0" anchor="t">
            <a:spAutoFit/>
          </a:bodyPr>
          <a:lstStyle/>
          <a:p>
            <a:pPr algn="ctr">
              <a:lnSpc>
                <a:spcPts val="3223"/>
              </a:lnSpc>
              <a:spcBef>
                <a:spcPct val="0"/>
              </a:spcBef>
            </a:pPr>
            <a:r>
              <a:rPr lang="en-US" sz="2302" u="sng">
                <a:solidFill>
                  <a:srgbClr val="000000"/>
                </a:solidFill>
                <a:latin typeface="Poppins"/>
                <a:ea typeface="Poppins"/>
                <a:cs typeface="Poppins"/>
                <a:sym typeface="Poppins"/>
                <a:hlinkClick r:id="rId2" tooltip="https://trackplace.preview.emergentagent.com"/>
              </a:rPr>
              <a:t>https://trackplace.preview.emergentagent.com/</a:t>
            </a:r>
          </a:p>
        </p:txBody>
      </p:sp>
      <p:sp>
        <p:nvSpPr>
          <p:cNvPr id="72" name="Freeform 72"/>
          <p:cNvSpPr/>
          <p:nvPr/>
        </p:nvSpPr>
        <p:spPr>
          <a:xfrm>
            <a:off x="15412587" y="7414263"/>
            <a:ext cx="3075969" cy="3075969"/>
          </a:xfrm>
          <a:custGeom>
            <a:avLst/>
            <a:gdLst/>
            <a:ahLst/>
            <a:cxnLst/>
            <a:rect l="l" t="t" r="r" b="b"/>
            <a:pathLst>
              <a:path w="3075969" h="3075969">
                <a:moveTo>
                  <a:pt x="0" y="0"/>
                </a:moveTo>
                <a:lnTo>
                  <a:pt x="3075970" y="0"/>
                </a:lnTo>
                <a:lnTo>
                  <a:pt x="3075970" y="3075970"/>
                </a:lnTo>
                <a:lnTo>
                  <a:pt x="0" y="3075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3" name="Freeform 73"/>
          <p:cNvSpPr/>
          <p:nvPr/>
        </p:nvSpPr>
        <p:spPr>
          <a:xfrm rot="-10800000">
            <a:off x="-198113" y="-375135"/>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4" name="Freeform 74"/>
          <p:cNvSpPr/>
          <p:nvPr/>
        </p:nvSpPr>
        <p:spPr>
          <a:xfrm>
            <a:off x="15918901" y="7920577"/>
            <a:ext cx="2450523" cy="2450523"/>
          </a:xfrm>
          <a:custGeom>
            <a:avLst/>
            <a:gdLst/>
            <a:ahLst/>
            <a:cxnLst/>
            <a:rect l="l" t="t" r="r" b="b"/>
            <a:pathLst>
              <a:path w="2450523" h="2450523">
                <a:moveTo>
                  <a:pt x="0" y="0"/>
                </a:moveTo>
                <a:lnTo>
                  <a:pt x="2450523" y="0"/>
                </a:lnTo>
                <a:lnTo>
                  <a:pt x="2450523" y="2450523"/>
                </a:lnTo>
                <a:lnTo>
                  <a:pt x="0" y="24505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5" name="Freeform 75"/>
          <p:cNvSpPr/>
          <p:nvPr/>
        </p:nvSpPr>
        <p:spPr>
          <a:xfrm rot="-10800000">
            <a:off x="-69201" y="-246222"/>
            <a:ext cx="2651689" cy="2651689"/>
          </a:xfrm>
          <a:custGeom>
            <a:avLst/>
            <a:gdLst/>
            <a:ahLst/>
            <a:cxnLst/>
            <a:rect l="l" t="t" r="r" b="b"/>
            <a:pathLst>
              <a:path w="2651689" h="2651689">
                <a:moveTo>
                  <a:pt x="0" y="0"/>
                </a:moveTo>
                <a:lnTo>
                  <a:pt x="2651689" y="0"/>
                </a:lnTo>
                <a:lnTo>
                  <a:pt x="2651689" y="2651688"/>
                </a:lnTo>
                <a:lnTo>
                  <a:pt x="0" y="26516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6" name="Freeform 76"/>
          <p:cNvSpPr/>
          <p:nvPr/>
        </p:nvSpPr>
        <p:spPr>
          <a:xfrm rot="-2700000">
            <a:off x="16750015" y="5360938"/>
            <a:ext cx="3075969" cy="3075969"/>
          </a:xfrm>
          <a:custGeom>
            <a:avLst/>
            <a:gdLst/>
            <a:ahLst/>
            <a:cxnLst/>
            <a:rect l="l" t="t" r="r" b="b"/>
            <a:pathLst>
              <a:path w="3075969" h="3075969">
                <a:moveTo>
                  <a:pt x="0" y="0"/>
                </a:moveTo>
                <a:lnTo>
                  <a:pt x="3075970" y="0"/>
                </a:lnTo>
                <a:lnTo>
                  <a:pt x="3075970" y="3075969"/>
                </a:lnTo>
                <a:lnTo>
                  <a:pt x="0" y="30759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7" name="Freeform 77"/>
          <p:cNvSpPr/>
          <p:nvPr/>
        </p:nvSpPr>
        <p:spPr>
          <a:xfrm rot="8100000">
            <a:off x="-1664239" y="1924527"/>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8" name="Freeform 78"/>
          <p:cNvSpPr/>
          <p:nvPr/>
        </p:nvSpPr>
        <p:spPr>
          <a:xfrm>
            <a:off x="17440198" y="9460152"/>
            <a:ext cx="1658065" cy="1639977"/>
          </a:xfrm>
          <a:custGeom>
            <a:avLst/>
            <a:gdLst/>
            <a:ahLst/>
            <a:cxnLst/>
            <a:rect l="l" t="t" r="r" b="b"/>
            <a:pathLst>
              <a:path w="1658065" h="1639977">
                <a:moveTo>
                  <a:pt x="0" y="0"/>
                </a:moveTo>
                <a:lnTo>
                  <a:pt x="1658065" y="0"/>
                </a:lnTo>
                <a:lnTo>
                  <a:pt x="1658065" y="1639977"/>
                </a:lnTo>
                <a:lnTo>
                  <a:pt x="0" y="16399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9" name="Freeform 79"/>
          <p:cNvSpPr/>
          <p:nvPr/>
        </p:nvSpPr>
        <p:spPr>
          <a:xfrm rot="-10800000">
            <a:off x="-857871" y="-1035099"/>
            <a:ext cx="1794177" cy="1774605"/>
          </a:xfrm>
          <a:custGeom>
            <a:avLst/>
            <a:gdLst/>
            <a:ahLst/>
            <a:cxnLst/>
            <a:rect l="l" t="t" r="r" b="b"/>
            <a:pathLst>
              <a:path w="1794177" h="1774605">
                <a:moveTo>
                  <a:pt x="0" y="0"/>
                </a:moveTo>
                <a:lnTo>
                  <a:pt x="1794178" y="0"/>
                </a:lnTo>
                <a:lnTo>
                  <a:pt x="1794178" y="1774605"/>
                </a:lnTo>
                <a:lnTo>
                  <a:pt x="0" y="17746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0" name="Freeform 80"/>
          <p:cNvSpPr/>
          <p:nvPr/>
        </p:nvSpPr>
        <p:spPr>
          <a:xfrm>
            <a:off x="16757558" y="9002084"/>
            <a:ext cx="1180071" cy="143754"/>
          </a:xfrm>
          <a:custGeom>
            <a:avLst/>
            <a:gdLst/>
            <a:ahLst/>
            <a:cxnLst/>
            <a:rect l="l" t="t" r="r" b="b"/>
            <a:pathLst>
              <a:path w="1180071" h="143754">
                <a:moveTo>
                  <a:pt x="0" y="0"/>
                </a:moveTo>
                <a:lnTo>
                  <a:pt x="1180071" y="0"/>
                </a:lnTo>
                <a:lnTo>
                  <a:pt x="1180071" y="143754"/>
                </a:lnTo>
                <a:lnTo>
                  <a:pt x="0" y="14375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1" name="Freeform 81"/>
          <p:cNvSpPr/>
          <p:nvPr/>
        </p:nvSpPr>
        <p:spPr>
          <a:xfrm rot="-10800000">
            <a:off x="398041" y="1079622"/>
            <a:ext cx="1276944" cy="155555"/>
          </a:xfrm>
          <a:custGeom>
            <a:avLst/>
            <a:gdLst/>
            <a:ahLst/>
            <a:cxnLst/>
            <a:rect l="l" t="t" r="r" b="b"/>
            <a:pathLst>
              <a:path w="1276944" h="155555">
                <a:moveTo>
                  <a:pt x="0" y="0"/>
                </a:moveTo>
                <a:lnTo>
                  <a:pt x="1276944" y="0"/>
                </a:lnTo>
                <a:lnTo>
                  <a:pt x="1276944" y="155555"/>
                </a:lnTo>
                <a:lnTo>
                  <a:pt x="0" y="15555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2" name="Freeform 82"/>
          <p:cNvSpPr/>
          <p:nvPr/>
        </p:nvSpPr>
        <p:spPr>
          <a:xfrm>
            <a:off x="638447" y="9343447"/>
            <a:ext cx="1432702" cy="442835"/>
          </a:xfrm>
          <a:custGeom>
            <a:avLst/>
            <a:gdLst/>
            <a:ahLst/>
            <a:cxnLst/>
            <a:rect l="l" t="t" r="r" b="b"/>
            <a:pathLst>
              <a:path w="1432702" h="442835">
                <a:moveTo>
                  <a:pt x="0" y="0"/>
                </a:moveTo>
                <a:lnTo>
                  <a:pt x="1432701" y="0"/>
                </a:lnTo>
                <a:lnTo>
                  <a:pt x="1432701" y="442835"/>
                </a:lnTo>
                <a:lnTo>
                  <a:pt x="0" y="44283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3" name="Freeform 83"/>
          <p:cNvSpPr/>
          <p:nvPr/>
        </p:nvSpPr>
        <p:spPr>
          <a:xfrm flipH="1">
            <a:off x="16216852" y="500718"/>
            <a:ext cx="1432702" cy="442835"/>
          </a:xfrm>
          <a:custGeom>
            <a:avLst/>
            <a:gdLst/>
            <a:ahLst/>
            <a:cxnLst/>
            <a:rect l="l" t="t" r="r" b="b"/>
            <a:pathLst>
              <a:path w="1432702" h="442835">
                <a:moveTo>
                  <a:pt x="1432701" y="0"/>
                </a:moveTo>
                <a:lnTo>
                  <a:pt x="0" y="0"/>
                </a:lnTo>
                <a:lnTo>
                  <a:pt x="0" y="442835"/>
                </a:lnTo>
                <a:lnTo>
                  <a:pt x="1432701" y="442835"/>
                </a:lnTo>
                <a:lnTo>
                  <a:pt x="1432701"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84" name="Group 84"/>
          <p:cNvGrpSpPr/>
          <p:nvPr/>
        </p:nvGrpSpPr>
        <p:grpSpPr>
          <a:xfrm>
            <a:off x="6366890" y="1241246"/>
            <a:ext cx="5538711" cy="1030616"/>
            <a:chOff x="0" y="0"/>
            <a:chExt cx="1666785" cy="310147"/>
          </a:xfrm>
        </p:grpSpPr>
        <p:sp>
          <p:nvSpPr>
            <p:cNvPr id="85" name="Freeform 85"/>
            <p:cNvSpPr/>
            <p:nvPr/>
          </p:nvSpPr>
          <p:spPr>
            <a:xfrm>
              <a:off x="0" y="0"/>
              <a:ext cx="1666785" cy="310147"/>
            </a:xfrm>
            <a:custGeom>
              <a:avLst/>
              <a:gdLst/>
              <a:ahLst/>
              <a:cxnLst/>
              <a:rect l="l" t="t" r="r" b="b"/>
              <a:pathLst>
                <a:path w="1666785" h="310147">
                  <a:moveTo>
                    <a:pt x="0" y="0"/>
                  </a:moveTo>
                  <a:lnTo>
                    <a:pt x="1666785" y="0"/>
                  </a:lnTo>
                  <a:lnTo>
                    <a:pt x="1666785"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86" name="TextBox 86"/>
            <p:cNvSpPr txBox="1"/>
            <p:nvPr/>
          </p:nvSpPr>
          <p:spPr>
            <a:xfrm>
              <a:off x="0" y="-57150"/>
              <a:ext cx="1666785" cy="367297"/>
            </a:xfrm>
            <a:prstGeom prst="rect">
              <a:avLst/>
            </a:prstGeom>
          </p:spPr>
          <p:txBody>
            <a:bodyPr lIns="50800" tIns="50800" rIns="50800" bIns="50800" rtlCol="0" anchor="ctr"/>
            <a:lstStyle/>
            <a:p>
              <a:pPr algn="ctr">
                <a:lnSpc>
                  <a:spcPts val="3223"/>
                </a:lnSpc>
              </a:pPr>
              <a:endParaRPr/>
            </a:p>
          </p:txBody>
        </p:sp>
      </p:grpSp>
      <p:sp>
        <p:nvSpPr>
          <p:cNvPr id="87" name="TextBox 87"/>
          <p:cNvSpPr txBox="1"/>
          <p:nvPr/>
        </p:nvSpPr>
        <p:spPr>
          <a:xfrm>
            <a:off x="6783790" y="1306453"/>
            <a:ext cx="4704910" cy="863600"/>
          </a:xfrm>
          <a:prstGeom prst="rect">
            <a:avLst/>
          </a:prstGeom>
        </p:spPr>
        <p:txBody>
          <a:bodyPr wrap="square" lIns="0" tIns="0" rIns="0" bIns="0" rtlCol="0" anchor="t">
            <a:spAutoFit/>
          </a:bodyPr>
          <a:lstStyle/>
          <a:p>
            <a:pPr algn="ctr">
              <a:lnSpc>
                <a:spcPts val="7000"/>
              </a:lnSpc>
            </a:pPr>
            <a:r>
              <a:rPr lang="en-US" sz="5000" b="1" u="sng" dirty="0">
                <a:solidFill>
                  <a:srgbClr val="ECECEC"/>
                </a:solidFill>
                <a:latin typeface="Canva Sans Bold"/>
                <a:ea typeface="Canva Sans Bold"/>
                <a:cs typeface="Canva Sans Bold"/>
                <a:sym typeface="Canva Sans Bold"/>
              </a:rPr>
              <a:t>Student Panel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grpSp>
        <p:nvGrpSpPr>
          <p:cNvPr id="2" name="Group 2"/>
          <p:cNvGrpSpPr/>
          <p:nvPr/>
        </p:nvGrpSpPr>
        <p:grpSpPr>
          <a:xfrm>
            <a:off x="2386558" y="5829019"/>
            <a:ext cx="2286404" cy="858196"/>
            <a:chOff x="0" y="0"/>
            <a:chExt cx="602180" cy="226027"/>
          </a:xfrm>
        </p:grpSpPr>
        <p:sp>
          <p:nvSpPr>
            <p:cNvPr id="3" name="Freeform 3"/>
            <p:cNvSpPr/>
            <p:nvPr/>
          </p:nvSpPr>
          <p:spPr>
            <a:xfrm>
              <a:off x="0" y="0"/>
              <a:ext cx="602180" cy="226027"/>
            </a:xfrm>
            <a:custGeom>
              <a:avLst/>
              <a:gdLst/>
              <a:ahLst/>
              <a:cxnLst/>
              <a:rect l="l" t="t" r="r" b="b"/>
              <a:pathLst>
                <a:path w="602180" h="226027">
                  <a:moveTo>
                    <a:pt x="0" y="0"/>
                  </a:moveTo>
                  <a:lnTo>
                    <a:pt x="602180" y="0"/>
                  </a:lnTo>
                  <a:lnTo>
                    <a:pt x="602180" y="226027"/>
                  </a:lnTo>
                  <a:lnTo>
                    <a:pt x="0" y="226027"/>
                  </a:lnTo>
                  <a:close/>
                </a:path>
              </a:pathLst>
            </a:custGeom>
            <a:solidFill>
              <a:srgbClr val="FFFFFF"/>
            </a:solidFill>
            <a:ln w="38100" cap="sq">
              <a:solidFill>
                <a:srgbClr val="000000"/>
              </a:solidFill>
              <a:prstDash val="solid"/>
              <a:miter/>
            </a:ln>
          </p:spPr>
        </p:sp>
        <p:sp>
          <p:nvSpPr>
            <p:cNvPr id="4" name="TextBox 4"/>
            <p:cNvSpPr txBox="1"/>
            <p:nvPr/>
          </p:nvSpPr>
          <p:spPr>
            <a:xfrm>
              <a:off x="0" y="-38100"/>
              <a:ext cx="602180" cy="264127"/>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Sample Aptitude Question</a:t>
              </a:r>
            </a:p>
          </p:txBody>
        </p:sp>
      </p:grpSp>
      <p:grpSp>
        <p:nvGrpSpPr>
          <p:cNvPr id="5" name="Group 5"/>
          <p:cNvGrpSpPr/>
          <p:nvPr/>
        </p:nvGrpSpPr>
        <p:grpSpPr>
          <a:xfrm>
            <a:off x="8621434" y="3908127"/>
            <a:ext cx="2286404" cy="549003"/>
            <a:chOff x="0" y="0"/>
            <a:chExt cx="602180" cy="144593"/>
          </a:xfrm>
        </p:grpSpPr>
        <p:sp>
          <p:nvSpPr>
            <p:cNvPr id="6" name="Freeform 6"/>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7" name="TextBox 7"/>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Sample Questions</a:t>
              </a:r>
            </a:p>
          </p:txBody>
        </p:sp>
      </p:grpSp>
      <p:grpSp>
        <p:nvGrpSpPr>
          <p:cNvPr id="8" name="Group 8"/>
          <p:cNvGrpSpPr/>
          <p:nvPr/>
        </p:nvGrpSpPr>
        <p:grpSpPr>
          <a:xfrm>
            <a:off x="2386558" y="3908127"/>
            <a:ext cx="2286404" cy="549003"/>
            <a:chOff x="0" y="0"/>
            <a:chExt cx="602180" cy="144593"/>
          </a:xfrm>
        </p:grpSpPr>
        <p:sp>
          <p:nvSpPr>
            <p:cNvPr id="9" name="Freeform 9"/>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10" name="TextBox 10"/>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Overview</a:t>
              </a:r>
            </a:p>
          </p:txBody>
        </p:sp>
      </p:grpSp>
      <p:grpSp>
        <p:nvGrpSpPr>
          <p:cNvPr id="11" name="Group 11"/>
          <p:cNvGrpSpPr/>
          <p:nvPr/>
        </p:nvGrpSpPr>
        <p:grpSpPr>
          <a:xfrm>
            <a:off x="2386558" y="4876790"/>
            <a:ext cx="2286404" cy="858196"/>
            <a:chOff x="0" y="0"/>
            <a:chExt cx="602180" cy="226027"/>
          </a:xfrm>
        </p:grpSpPr>
        <p:sp>
          <p:nvSpPr>
            <p:cNvPr id="12" name="Freeform 12"/>
            <p:cNvSpPr/>
            <p:nvPr/>
          </p:nvSpPr>
          <p:spPr>
            <a:xfrm>
              <a:off x="0" y="0"/>
              <a:ext cx="602180" cy="226027"/>
            </a:xfrm>
            <a:custGeom>
              <a:avLst/>
              <a:gdLst/>
              <a:ahLst/>
              <a:cxnLst/>
              <a:rect l="l" t="t" r="r" b="b"/>
              <a:pathLst>
                <a:path w="602180" h="226027">
                  <a:moveTo>
                    <a:pt x="0" y="0"/>
                  </a:moveTo>
                  <a:lnTo>
                    <a:pt x="602180" y="0"/>
                  </a:lnTo>
                  <a:lnTo>
                    <a:pt x="602180" y="226027"/>
                  </a:lnTo>
                  <a:lnTo>
                    <a:pt x="0" y="226027"/>
                  </a:lnTo>
                  <a:close/>
                </a:path>
              </a:pathLst>
            </a:custGeom>
            <a:solidFill>
              <a:srgbClr val="FFFFFF"/>
            </a:solidFill>
            <a:ln w="38100" cap="sq">
              <a:solidFill>
                <a:srgbClr val="000000"/>
              </a:solidFill>
              <a:prstDash val="solid"/>
              <a:miter/>
            </a:ln>
          </p:spPr>
        </p:sp>
        <p:sp>
          <p:nvSpPr>
            <p:cNvPr id="13" name="TextBox 13"/>
            <p:cNvSpPr txBox="1"/>
            <p:nvPr/>
          </p:nvSpPr>
          <p:spPr>
            <a:xfrm>
              <a:off x="0" y="-38100"/>
              <a:ext cx="602180" cy="264127"/>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Available Candidates</a:t>
              </a:r>
            </a:p>
          </p:txBody>
        </p:sp>
      </p:grpSp>
      <p:grpSp>
        <p:nvGrpSpPr>
          <p:cNvPr id="14" name="Group 14"/>
          <p:cNvGrpSpPr/>
          <p:nvPr/>
        </p:nvGrpSpPr>
        <p:grpSpPr>
          <a:xfrm>
            <a:off x="2386558" y="6782465"/>
            <a:ext cx="2286404" cy="858196"/>
            <a:chOff x="0" y="0"/>
            <a:chExt cx="602180" cy="226027"/>
          </a:xfrm>
        </p:grpSpPr>
        <p:sp>
          <p:nvSpPr>
            <p:cNvPr id="15" name="Freeform 15"/>
            <p:cNvSpPr/>
            <p:nvPr/>
          </p:nvSpPr>
          <p:spPr>
            <a:xfrm>
              <a:off x="0" y="0"/>
              <a:ext cx="602180" cy="226027"/>
            </a:xfrm>
            <a:custGeom>
              <a:avLst/>
              <a:gdLst/>
              <a:ahLst/>
              <a:cxnLst/>
              <a:rect l="l" t="t" r="r" b="b"/>
              <a:pathLst>
                <a:path w="602180" h="226027">
                  <a:moveTo>
                    <a:pt x="0" y="0"/>
                  </a:moveTo>
                  <a:lnTo>
                    <a:pt x="602180" y="0"/>
                  </a:lnTo>
                  <a:lnTo>
                    <a:pt x="602180" y="226027"/>
                  </a:lnTo>
                  <a:lnTo>
                    <a:pt x="0" y="226027"/>
                  </a:lnTo>
                  <a:close/>
                </a:path>
              </a:pathLst>
            </a:custGeom>
            <a:solidFill>
              <a:srgbClr val="FFFFFF"/>
            </a:solidFill>
            <a:ln w="38100" cap="sq">
              <a:solidFill>
                <a:srgbClr val="000000"/>
              </a:solidFill>
              <a:prstDash val="solid"/>
              <a:miter/>
            </a:ln>
          </p:spPr>
        </p:sp>
        <p:sp>
          <p:nvSpPr>
            <p:cNvPr id="16" name="TextBox 16"/>
            <p:cNvSpPr txBox="1"/>
            <p:nvPr/>
          </p:nvSpPr>
          <p:spPr>
            <a:xfrm>
              <a:off x="0" y="-38100"/>
              <a:ext cx="602180" cy="264127"/>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Sample Coding Question</a:t>
              </a:r>
            </a:p>
          </p:txBody>
        </p:sp>
      </p:grpSp>
      <p:grpSp>
        <p:nvGrpSpPr>
          <p:cNvPr id="17" name="Group 17"/>
          <p:cNvGrpSpPr/>
          <p:nvPr/>
        </p:nvGrpSpPr>
        <p:grpSpPr>
          <a:xfrm>
            <a:off x="8626152" y="4876790"/>
            <a:ext cx="2286404" cy="858196"/>
            <a:chOff x="0" y="0"/>
            <a:chExt cx="602180" cy="226027"/>
          </a:xfrm>
        </p:grpSpPr>
        <p:sp>
          <p:nvSpPr>
            <p:cNvPr id="18" name="Freeform 18"/>
            <p:cNvSpPr/>
            <p:nvPr/>
          </p:nvSpPr>
          <p:spPr>
            <a:xfrm>
              <a:off x="0" y="0"/>
              <a:ext cx="602180" cy="226027"/>
            </a:xfrm>
            <a:custGeom>
              <a:avLst/>
              <a:gdLst/>
              <a:ahLst/>
              <a:cxnLst/>
              <a:rect l="l" t="t" r="r" b="b"/>
              <a:pathLst>
                <a:path w="602180" h="226027">
                  <a:moveTo>
                    <a:pt x="0" y="0"/>
                  </a:moveTo>
                  <a:lnTo>
                    <a:pt x="602180" y="0"/>
                  </a:lnTo>
                  <a:lnTo>
                    <a:pt x="602180" y="226027"/>
                  </a:lnTo>
                  <a:lnTo>
                    <a:pt x="0" y="226027"/>
                  </a:lnTo>
                  <a:close/>
                </a:path>
              </a:pathLst>
            </a:custGeom>
            <a:solidFill>
              <a:srgbClr val="FFFFFF"/>
            </a:solidFill>
            <a:ln w="38100" cap="sq">
              <a:solidFill>
                <a:srgbClr val="000000"/>
              </a:solidFill>
              <a:prstDash val="solid"/>
              <a:miter/>
            </a:ln>
          </p:spPr>
        </p:sp>
        <p:sp>
          <p:nvSpPr>
            <p:cNvPr id="19" name="TextBox 19"/>
            <p:cNvSpPr txBox="1"/>
            <p:nvPr/>
          </p:nvSpPr>
          <p:spPr>
            <a:xfrm>
              <a:off x="0" y="-38100"/>
              <a:ext cx="602180" cy="264127"/>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view Aptitude Question</a:t>
              </a:r>
            </a:p>
          </p:txBody>
        </p:sp>
      </p:grpSp>
      <p:grpSp>
        <p:nvGrpSpPr>
          <p:cNvPr id="20" name="Group 20"/>
          <p:cNvGrpSpPr/>
          <p:nvPr/>
        </p:nvGrpSpPr>
        <p:grpSpPr>
          <a:xfrm>
            <a:off x="5506355" y="4876790"/>
            <a:ext cx="2286404" cy="549003"/>
            <a:chOff x="0" y="0"/>
            <a:chExt cx="602180" cy="144593"/>
          </a:xfrm>
        </p:grpSpPr>
        <p:sp>
          <p:nvSpPr>
            <p:cNvPr id="21" name="Freeform 21"/>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22" name="TextBox 22"/>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View Students</a:t>
              </a:r>
            </a:p>
          </p:txBody>
        </p:sp>
      </p:grpSp>
      <p:grpSp>
        <p:nvGrpSpPr>
          <p:cNvPr id="23" name="Group 23"/>
          <p:cNvGrpSpPr/>
          <p:nvPr/>
        </p:nvGrpSpPr>
        <p:grpSpPr>
          <a:xfrm>
            <a:off x="5506355" y="3908127"/>
            <a:ext cx="2286404" cy="549003"/>
            <a:chOff x="0" y="0"/>
            <a:chExt cx="602180" cy="144593"/>
          </a:xfrm>
        </p:grpSpPr>
        <p:sp>
          <p:nvSpPr>
            <p:cNvPr id="24" name="Freeform 24"/>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25" name="TextBox 25"/>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Candidates</a:t>
              </a:r>
            </a:p>
          </p:txBody>
        </p:sp>
      </p:grpSp>
      <p:grpSp>
        <p:nvGrpSpPr>
          <p:cNvPr id="26" name="Group 26"/>
          <p:cNvGrpSpPr/>
          <p:nvPr/>
        </p:nvGrpSpPr>
        <p:grpSpPr>
          <a:xfrm>
            <a:off x="11857818" y="3908127"/>
            <a:ext cx="2286404" cy="549003"/>
            <a:chOff x="0" y="0"/>
            <a:chExt cx="602180" cy="144593"/>
          </a:xfrm>
        </p:grpSpPr>
        <p:sp>
          <p:nvSpPr>
            <p:cNvPr id="27" name="Freeform 27"/>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28" name="TextBox 28"/>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Feedback</a:t>
              </a:r>
            </a:p>
          </p:txBody>
        </p:sp>
      </p:grpSp>
      <p:grpSp>
        <p:nvGrpSpPr>
          <p:cNvPr id="29" name="Group 29"/>
          <p:cNvGrpSpPr/>
          <p:nvPr/>
        </p:nvGrpSpPr>
        <p:grpSpPr>
          <a:xfrm>
            <a:off x="8199432" y="2689166"/>
            <a:ext cx="2144463" cy="556054"/>
            <a:chOff x="0" y="0"/>
            <a:chExt cx="564797" cy="146450"/>
          </a:xfrm>
        </p:grpSpPr>
        <p:sp>
          <p:nvSpPr>
            <p:cNvPr id="30" name="Freeform 30"/>
            <p:cNvSpPr/>
            <p:nvPr/>
          </p:nvSpPr>
          <p:spPr>
            <a:xfrm>
              <a:off x="0" y="0"/>
              <a:ext cx="564797" cy="146450"/>
            </a:xfrm>
            <a:custGeom>
              <a:avLst/>
              <a:gdLst/>
              <a:ahLst/>
              <a:cxnLst/>
              <a:rect l="l" t="t" r="r" b="b"/>
              <a:pathLst>
                <a:path w="564797" h="146450">
                  <a:moveTo>
                    <a:pt x="0" y="0"/>
                  </a:moveTo>
                  <a:lnTo>
                    <a:pt x="564797" y="0"/>
                  </a:lnTo>
                  <a:lnTo>
                    <a:pt x="564797" y="146450"/>
                  </a:lnTo>
                  <a:lnTo>
                    <a:pt x="0" y="146450"/>
                  </a:lnTo>
                  <a:close/>
                </a:path>
              </a:pathLst>
            </a:custGeom>
            <a:solidFill>
              <a:srgbClr val="FFFFFF"/>
            </a:solidFill>
            <a:ln w="38100" cap="sq">
              <a:solidFill>
                <a:srgbClr val="000000"/>
              </a:solidFill>
              <a:prstDash val="solid"/>
              <a:miter/>
            </a:ln>
          </p:spPr>
        </p:sp>
        <p:sp>
          <p:nvSpPr>
            <p:cNvPr id="31" name="TextBox 31"/>
            <p:cNvSpPr txBox="1"/>
            <p:nvPr/>
          </p:nvSpPr>
          <p:spPr>
            <a:xfrm>
              <a:off x="0" y="-38100"/>
              <a:ext cx="564797" cy="184550"/>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Login/Register</a:t>
              </a:r>
            </a:p>
          </p:txBody>
        </p:sp>
      </p:grpSp>
      <p:sp>
        <p:nvSpPr>
          <p:cNvPr id="32" name="AutoShape 32"/>
          <p:cNvSpPr/>
          <p:nvPr/>
        </p:nvSpPr>
        <p:spPr>
          <a:xfrm flipV="1">
            <a:off x="5021444" y="4201678"/>
            <a:ext cx="0" cy="3010281"/>
          </a:xfrm>
          <a:prstGeom prst="line">
            <a:avLst/>
          </a:prstGeom>
          <a:ln w="38100" cap="flat">
            <a:solidFill>
              <a:srgbClr val="000000"/>
            </a:solidFill>
            <a:prstDash val="solid"/>
            <a:headEnd type="none" w="sm" len="sm"/>
            <a:tailEnd type="none" w="sm" len="sm"/>
          </a:ln>
        </p:spPr>
      </p:sp>
      <p:sp>
        <p:nvSpPr>
          <p:cNvPr id="33" name="AutoShape 33"/>
          <p:cNvSpPr/>
          <p:nvPr/>
        </p:nvSpPr>
        <p:spPr>
          <a:xfrm flipV="1">
            <a:off x="8145184" y="4182628"/>
            <a:ext cx="0" cy="1006763"/>
          </a:xfrm>
          <a:prstGeom prst="line">
            <a:avLst/>
          </a:prstGeom>
          <a:ln w="38100" cap="flat">
            <a:solidFill>
              <a:srgbClr val="000000"/>
            </a:solidFill>
            <a:prstDash val="solid"/>
            <a:headEnd type="none" w="sm" len="sm"/>
            <a:tailEnd type="none" w="sm" len="sm"/>
          </a:ln>
        </p:spPr>
      </p:sp>
      <p:sp>
        <p:nvSpPr>
          <p:cNvPr id="34" name="AutoShape 34"/>
          <p:cNvSpPr/>
          <p:nvPr/>
        </p:nvSpPr>
        <p:spPr>
          <a:xfrm flipV="1">
            <a:off x="11254693" y="4177140"/>
            <a:ext cx="0" cy="1931580"/>
          </a:xfrm>
          <a:prstGeom prst="line">
            <a:avLst/>
          </a:prstGeom>
          <a:ln w="38100" cap="flat">
            <a:solidFill>
              <a:srgbClr val="000000"/>
            </a:solidFill>
            <a:prstDash val="solid"/>
            <a:headEnd type="none" w="sm" len="sm"/>
            <a:tailEnd type="none" w="sm" len="sm"/>
          </a:ln>
        </p:spPr>
      </p:sp>
      <p:sp>
        <p:nvSpPr>
          <p:cNvPr id="35" name="AutoShape 35"/>
          <p:cNvSpPr/>
          <p:nvPr/>
        </p:nvSpPr>
        <p:spPr>
          <a:xfrm flipH="1">
            <a:off x="3529760" y="3635745"/>
            <a:ext cx="12605388" cy="0"/>
          </a:xfrm>
          <a:prstGeom prst="line">
            <a:avLst/>
          </a:prstGeom>
          <a:ln w="38100" cap="flat">
            <a:solidFill>
              <a:srgbClr val="000000"/>
            </a:solidFill>
            <a:prstDash val="solid"/>
            <a:headEnd type="none" w="sm" len="sm"/>
            <a:tailEnd type="none" w="sm" len="sm"/>
          </a:ln>
        </p:spPr>
      </p:sp>
      <p:sp>
        <p:nvSpPr>
          <p:cNvPr id="36" name="AutoShape 36"/>
          <p:cNvSpPr/>
          <p:nvPr/>
        </p:nvSpPr>
        <p:spPr>
          <a:xfrm>
            <a:off x="4674589" y="7192513"/>
            <a:ext cx="346855" cy="0"/>
          </a:xfrm>
          <a:prstGeom prst="line">
            <a:avLst/>
          </a:prstGeom>
          <a:ln w="38100" cap="flat">
            <a:solidFill>
              <a:srgbClr val="000000"/>
            </a:solidFill>
            <a:prstDash val="solid"/>
            <a:headEnd type="none" w="sm" len="sm"/>
            <a:tailEnd type="none" w="sm" len="sm"/>
          </a:ln>
        </p:spPr>
      </p:sp>
      <p:sp>
        <p:nvSpPr>
          <p:cNvPr id="37" name="AutoShape 37"/>
          <p:cNvSpPr/>
          <p:nvPr/>
        </p:nvSpPr>
        <p:spPr>
          <a:xfrm>
            <a:off x="4653561" y="5170341"/>
            <a:ext cx="346855" cy="0"/>
          </a:xfrm>
          <a:prstGeom prst="line">
            <a:avLst/>
          </a:prstGeom>
          <a:ln w="38100" cap="flat">
            <a:solidFill>
              <a:srgbClr val="000000"/>
            </a:solidFill>
            <a:prstDash val="solid"/>
            <a:headEnd type="none" w="sm" len="sm"/>
            <a:tailEnd type="none" w="sm" len="sm"/>
          </a:ln>
        </p:spPr>
      </p:sp>
      <p:sp>
        <p:nvSpPr>
          <p:cNvPr id="38" name="AutoShape 38"/>
          <p:cNvSpPr/>
          <p:nvPr/>
        </p:nvSpPr>
        <p:spPr>
          <a:xfrm>
            <a:off x="4653561" y="6122570"/>
            <a:ext cx="346855" cy="0"/>
          </a:xfrm>
          <a:prstGeom prst="line">
            <a:avLst/>
          </a:prstGeom>
          <a:ln w="38100" cap="flat">
            <a:solidFill>
              <a:srgbClr val="000000"/>
            </a:solidFill>
            <a:prstDash val="solid"/>
            <a:headEnd type="none" w="sm" len="sm"/>
            <a:tailEnd type="none" w="sm" len="sm"/>
          </a:ln>
        </p:spPr>
      </p:sp>
      <p:sp>
        <p:nvSpPr>
          <p:cNvPr id="39" name="AutoShape 39"/>
          <p:cNvSpPr/>
          <p:nvPr/>
        </p:nvSpPr>
        <p:spPr>
          <a:xfrm>
            <a:off x="7792759" y="5170341"/>
            <a:ext cx="352425" cy="0"/>
          </a:xfrm>
          <a:prstGeom prst="line">
            <a:avLst/>
          </a:prstGeom>
          <a:ln w="38100" cap="flat">
            <a:solidFill>
              <a:srgbClr val="000000"/>
            </a:solidFill>
            <a:prstDash val="solid"/>
            <a:headEnd type="none" w="sm" len="sm"/>
            <a:tailEnd type="none" w="sm" len="sm"/>
          </a:ln>
        </p:spPr>
      </p:sp>
      <p:sp>
        <p:nvSpPr>
          <p:cNvPr id="40" name="AutoShape 40"/>
          <p:cNvSpPr/>
          <p:nvPr/>
        </p:nvSpPr>
        <p:spPr>
          <a:xfrm>
            <a:off x="7792759" y="4201678"/>
            <a:ext cx="352425" cy="0"/>
          </a:xfrm>
          <a:prstGeom prst="line">
            <a:avLst/>
          </a:prstGeom>
          <a:ln w="38100" cap="flat">
            <a:solidFill>
              <a:srgbClr val="000000"/>
            </a:solidFill>
            <a:prstDash val="solid"/>
            <a:headEnd type="none" w="sm" len="sm"/>
            <a:tailEnd type="none" w="sm" len="sm"/>
          </a:ln>
        </p:spPr>
      </p:sp>
      <p:sp>
        <p:nvSpPr>
          <p:cNvPr id="41" name="AutoShape 41"/>
          <p:cNvSpPr/>
          <p:nvPr/>
        </p:nvSpPr>
        <p:spPr>
          <a:xfrm>
            <a:off x="4674589" y="4220728"/>
            <a:ext cx="346855" cy="0"/>
          </a:xfrm>
          <a:prstGeom prst="line">
            <a:avLst/>
          </a:prstGeom>
          <a:ln w="38100" cap="flat">
            <a:solidFill>
              <a:srgbClr val="000000"/>
            </a:solidFill>
            <a:prstDash val="solid"/>
            <a:headEnd type="none" w="sm" len="sm"/>
            <a:tailEnd type="none" w="sm" len="sm"/>
          </a:ln>
        </p:spPr>
      </p:sp>
      <p:sp>
        <p:nvSpPr>
          <p:cNvPr id="42" name="AutoShape 42"/>
          <p:cNvSpPr/>
          <p:nvPr/>
        </p:nvSpPr>
        <p:spPr>
          <a:xfrm>
            <a:off x="10907838" y="5142930"/>
            <a:ext cx="346855" cy="0"/>
          </a:xfrm>
          <a:prstGeom prst="line">
            <a:avLst/>
          </a:prstGeom>
          <a:ln w="38100" cap="flat">
            <a:solidFill>
              <a:srgbClr val="000000"/>
            </a:solidFill>
            <a:prstDash val="solid"/>
            <a:headEnd type="none" w="sm" len="sm"/>
            <a:tailEnd type="none" w="sm" len="sm"/>
          </a:ln>
        </p:spPr>
      </p:sp>
      <p:sp>
        <p:nvSpPr>
          <p:cNvPr id="43" name="AutoShape 43"/>
          <p:cNvSpPr/>
          <p:nvPr/>
        </p:nvSpPr>
        <p:spPr>
          <a:xfrm>
            <a:off x="10907838" y="4182628"/>
            <a:ext cx="346855" cy="0"/>
          </a:xfrm>
          <a:prstGeom prst="line">
            <a:avLst/>
          </a:prstGeom>
          <a:ln w="38100" cap="flat">
            <a:solidFill>
              <a:srgbClr val="000000"/>
            </a:solidFill>
            <a:prstDash val="solid"/>
            <a:headEnd type="none" w="sm" len="sm"/>
            <a:tailEnd type="none" w="sm" len="sm"/>
          </a:ln>
        </p:spPr>
      </p:sp>
      <p:sp>
        <p:nvSpPr>
          <p:cNvPr id="44" name="AutoShape 44"/>
          <p:cNvSpPr/>
          <p:nvPr/>
        </p:nvSpPr>
        <p:spPr>
          <a:xfrm flipV="1">
            <a:off x="13020069" y="3635745"/>
            <a:ext cx="0" cy="309310"/>
          </a:xfrm>
          <a:prstGeom prst="line">
            <a:avLst/>
          </a:prstGeom>
          <a:ln w="38100" cap="flat">
            <a:solidFill>
              <a:srgbClr val="000000"/>
            </a:solidFill>
            <a:prstDash val="solid"/>
            <a:headEnd type="none" w="sm" len="sm"/>
            <a:tailEnd type="none" w="sm" len="sm"/>
          </a:ln>
        </p:spPr>
      </p:sp>
      <p:sp>
        <p:nvSpPr>
          <p:cNvPr id="45" name="AutoShape 45"/>
          <p:cNvSpPr/>
          <p:nvPr/>
        </p:nvSpPr>
        <p:spPr>
          <a:xfrm flipV="1">
            <a:off x="9650907" y="3635745"/>
            <a:ext cx="0" cy="309310"/>
          </a:xfrm>
          <a:prstGeom prst="line">
            <a:avLst/>
          </a:prstGeom>
          <a:ln w="38100" cap="flat">
            <a:solidFill>
              <a:srgbClr val="000000"/>
            </a:solidFill>
            <a:prstDash val="solid"/>
            <a:headEnd type="none" w="sm" len="sm"/>
            <a:tailEnd type="none" w="sm" len="sm"/>
          </a:ln>
        </p:spPr>
      </p:sp>
      <p:sp>
        <p:nvSpPr>
          <p:cNvPr id="46" name="AutoShape 46"/>
          <p:cNvSpPr/>
          <p:nvPr/>
        </p:nvSpPr>
        <p:spPr>
          <a:xfrm flipV="1">
            <a:off x="6649557" y="3635745"/>
            <a:ext cx="0" cy="309310"/>
          </a:xfrm>
          <a:prstGeom prst="line">
            <a:avLst/>
          </a:prstGeom>
          <a:ln w="38100" cap="flat">
            <a:solidFill>
              <a:srgbClr val="000000"/>
            </a:solidFill>
            <a:prstDash val="solid"/>
            <a:headEnd type="none" w="sm" len="sm"/>
            <a:tailEnd type="none" w="sm" len="sm"/>
          </a:ln>
        </p:spPr>
      </p:sp>
      <p:sp>
        <p:nvSpPr>
          <p:cNvPr id="47" name="AutoShape 47"/>
          <p:cNvSpPr/>
          <p:nvPr/>
        </p:nvSpPr>
        <p:spPr>
          <a:xfrm flipV="1">
            <a:off x="3548810" y="3635745"/>
            <a:ext cx="0" cy="309310"/>
          </a:xfrm>
          <a:prstGeom prst="line">
            <a:avLst/>
          </a:prstGeom>
          <a:ln w="38100" cap="flat">
            <a:solidFill>
              <a:srgbClr val="000000"/>
            </a:solidFill>
            <a:prstDash val="solid"/>
            <a:headEnd type="none" w="sm" len="sm"/>
            <a:tailEnd type="none" w="sm" len="sm"/>
          </a:ln>
        </p:spPr>
      </p:sp>
      <p:sp>
        <p:nvSpPr>
          <p:cNvPr id="48" name="AutoShape 48"/>
          <p:cNvSpPr/>
          <p:nvPr/>
        </p:nvSpPr>
        <p:spPr>
          <a:xfrm flipV="1">
            <a:off x="9271663" y="3245220"/>
            <a:ext cx="0" cy="390525"/>
          </a:xfrm>
          <a:prstGeom prst="line">
            <a:avLst/>
          </a:prstGeom>
          <a:ln w="38100" cap="flat">
            <a:solidFill>
              <a:srgbClr val="000000"/>
            </a:solidFill>
            <a:prstDash val="solid"/>
            <a:headEnd type="none" w="sm" len="sm"/>
            <a:tailEnd type="none" w="sm" len="sm"/>
          </a:ln>
        </p:spPr>
      </p:sp>
      <p:grpSp>
        <p:nvGrpSpPr>
          <p:cNvPr id="49" name="Group 49"/>
          <p:cNvGrpSpPr/>
          <p:nvPr/>
        </p:nvGrpSpPr>
        <p:grpSpPr>
          <a:xfrm>
            <a:off x="14972896" y="3908127"/>
            <a:ext cx="2286404" cy="549003"/>
            <a:chOff x="0" y="0"/>
            <a:chExt cx="602180" cy="144593"/>
          </a:xfrm>
        </p:grpSpPr>
        <p:sp>
          <p:nvSpPr>
            <p:cNvPr id="50" name="Freeform 50"/>
            <p:cNvSpPr/>
            <p:nvPr/>
          </p:nvSpPr>
          <p:spPr>
            <a:xfrm>
              <a:off x="0" y="0"/>
              <a:ext cx="602180" cy="144593"/>
            </a:xfrm>
            <a:custGeom>
              <a:avLst/>
              <a:gdLst/>
              <a:ahLst/>
              <a:cxnLst/>
              <a:rect l="l" t="t" r="r" b="b"/>
              <a:pathLst>
                <a:path w="602180" h="144593">
                  <a:moveTo>
                    <a:pt x="0" y="0"/>
                  </a:moveTo>
                  <a:lnTo>
                    <a:pt x="602180" y="0"/>
                  </a:lnTo>
                  <a:lnTo>
                    <a:pt x="602180" y="144593"/>
                  </a:lnTo>
                  <a:lnTo>
                    <a:pt x="0" y="144593"/>
                  </a:lnTo>
                  <a:close/>
                </a:path>
              </a:pathLst>
            </a:custGeom>
            <a:solidFill>
              <a:srgbClr val="FFFFFF"/>
            </a:solidFill>
            <a:ln w="38100" cap="sq">
              <a:solidFill>
                <a:srgbClr val="000000"/>
              </a:solidFill>
              <a:prstDash val="solid"/>
              <a:miter/>
            </a:ln>
          </p:spPr>
        </p:sp>
        <p:sp>
          <p:nvSpPr>
            <p:cNvPr id="51" name="TextBox 51"/>
            <p:cNvSpPr txBox="1"/>
            <p:nvPr/>
          </p:nvSpPr>
          <p:spPr>
            <a:xfrm>
              <a:off x="0" y="-38100"/>
              <a:ext cx="602180" cy="182693"/>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Logout</a:t>
              </a:r>
            </a:p>
          </p:txBody>
        </p:sp>
      </p:grpSp>
      <p:sp>
        <p:nvSpPr>
          <p:cNvPr id="52" name="AutoShape 52"/>
          <p:cNvSpPr/>
          <p:nvPr/>
        </p:nvSpPr>
        <p:spPr>
          <a:xfrm flipV="1">
            <a:off x="16135148" y="3635745"/>
            <a:ext cx="0" cy="309310"/>
          </a:xfrm>
          <a:prstGeom prst="line">
            <a:avLst/>
          </a:prstGeom>
          <a:ln w="38100" cap="flat">
            <a:solidFill>
              <a:srgbClr val="000000"/>
            </a:solidFill>
            <a:prstDash val="solid"/>
            <a:headEnd type="none" w="sm" len="sm"/>
            <a:tailEnd type="none" w="sm" len="sm"/>
          </a:ln>
        </p:spPr>
      </p:sp>
      <p:grpSp>
        <p:nvGrpSpPr>
          <p:cNvPr id="53" name="Group 53"/>
          <p:cNvGrpSpPr/>
          <p:nvPr/>
        </p:nvGrpSpPr>
        <p:grpSpPr>
          <a:xfrm>
            <a:off x="11857818" y="4876790"/>
            <a:ext cx="2286404" cy="858196"/>
            <a:chOff x="0" y="0"/>
            <a:chExt cx="602180" cy="226027"/>
          </a:xfrm>
        </p:grpSpPr>
        <p:sp>
          <p:nvSpPr>
            <p:cNvPr id="54" name="Freeform 54"/>
            <p:cNvSpPr/>
            <p:nvPr/>
          </p:nvSpPr>
          <p:spPr>
            <a:xfrm>
              <a:off x="0" y="0"/>
              <a:ext cx="602180" cy="226027"/>
            </a:xfrm>
            <a:custGeom>
              <a:avLst/>
              <a:gdLst/>
              <a:ahLst/>
              <a:cxnLst/>
              <a:rect l="l" t="t" r="r" b="b"/>
              <a:pathLst>
                <a:path w="602180" h="226027">
                  <a:moveTo>
                    <a:pt x="0" y="0"/>
                  </a:moveTo>
                  <a:lnTo>
                    <a:pt x="602180" y="0"/>
                  </a:lnTo>
                  <a:lnTo>
                    <a:pt x="602180" y="226027"/>
                  </a:lnTo>
                  <a:lnTo>
                    <a:pt x="0" y="226027"/>
                  </a:lnTo>
                  <a:close/>
                </a:path>
              </a:pathLst>
            </a:custGeom>
            <a:solidFill>
              <a:srgbClr val="FFFFFF"/>
            </a:solidFill>
            <a:ln w="38100" cap="sq">
              <a:solidFill>
                <a:srgbClr val="000000"/>
              </a:solidFill>
              <a:prstDash val="solid"/>
              <a:miter/>
            </a:ln>
          </p:spPr>
        </p:sp>
        <p:sp>
          <p:nvSpPr>
            <p:cNvPr id="55" name="TextBox 55"/>
            <p:cNvSpPr txBox="1"/>
            <p:nvPr/>
          </p:nvSpPr>
          <p:spPr>
            <a:xfrm>
              <a:off x="0" y="-38100"/>
              <a:ext cx="602180" cy="264127"/>
            </a:xfrm>
            <a:prstGeom prst="rect">
              <a:avLst/>
            </a:prstGeom>
          </p:spPr>
          <p:txBody>
            <a:bodyPr lIns="50800" tIns="50800" rIns="50800" bIns="50800" rtlCol="0" anchor="ctr"/>
            <a:lstStyle/>
            <a:p>
              <a:pPr algn="ctr">
                <a:lnSpc>
                  <a:spcPts val="2659"/>
                </a:lnSpc>
              </a:pPr>
              <a:r>
                <a:rPr lang="en-US" sz="1899">
                  <a:solidFill>
                    <a:srgbClr val="000000"/>
                  </a:solidFill>
                  <a:latin typeface="Canva Sans"/>
                  <a:ea typeface="Canva Sans"/>
                  <a:cs typeface="Canva Sans"/>
                  <a:sym typeface="Canva Sans"/>
                </a:rPr>
                <a:t>Accept</a:t>
              </a:r>
            </a:p>
            <a:p>
              <a:pPr algn="ctr">
                <a:lnSpc>
                  <a:spcPts val="2659"/>
                </a:lnSpc>
                <a:spcBef>
                  <a:spcPct val="0"/>
                </a:spcBef>
              </a:pPr>
              <a:r>
                <a:rPr lang="en-US" sz="1899">
                  <a:solidFill>
                    <a:srgbClr val="000000"/>
                  </a:solidFill>
                  <a:latin typeface="Canva Sans"/>
                  <a:ea typeface="Canva Sans"/>
                  <a:cs typeface="Canva Sans"/>
                  <a:sym typeface="Canva Sans"/>
                </a:rPr>
                <a:t>feedbacks</a:t>
              </a:r>
            </a:p>
          </p:txBody>
        </p:sp>
      </p:grpSp>
      <p:sp>
        <p:nvSpPr>
          <p:cNvPr id="56" name="AutoShape 56"/>
          <p:cNvSpPr/>
          <p:nvPr/>
        </p:nvSpPr>
        <p:spPr>
          <a:xfrm flipV="1">
            <a:off x="14486358" y="4163578"/>
            <a:ext cx="0" cy="979351"/>
          </a:xfrm>
          <a:prstGeom prst="line">
            <a:avLst/>
          </a:prstGeom>
          <a:ln w="38100" cap="flat">
            <a:solidFill>
              <a:srgbClr val="000000"/>
            </a:solidFill>
            <a:prstDash val="solid"/>
            <a:headEnd type="none" w="sm" len="sm"/>
            <a:tailEnd type="none" w="sm" len="sm"/>
          </a:ln>
        </p:spPr>
      </p:sp>
      <p:sp>
        <p:nvSpPr>
          <p:cNvPr id="57" name="AutoShape 57"/>
          <p:cNvSpPr/>
          <p:nvPr/>
        </p:nvSpPr>
        <p:spPr>
          <a:xfrm>
            <a:off x="14139503" y="5142930"/>
            <a:ext cx="346855" cy="0"/>
          </a:xfrm>
          <a:prstGeom prst="line">
            <a:avLst/>
          </a:prstGeom>
          <a:ln w="38100" cap="flat">
            <a:solidFill>
              <a:srgbClr val="000000"/>
            </a:solidFill>
            <a:prstDash val="solid"/>
            <a:headEnd type="none" w="sm" len="sm"/>
            <a:tailEnd type="none" w="sm" len="sm"/>
          </a:ln>
        </p:spPr>
      </p:sp>
      <p:sp>
        <p:nvSpPr>
          <p:cNvPr id="58" name="AutoShape 58"/>
          <p:cNvSpPr/>
          <p:nvPr/>
        </p:nvSpPr>
        <p:spPr>
          <a:xfrm>
            <a:off x="14139503" y="4182628"/>
            <a:ext cx="346855" cy="0"/>
          </a:xfrm>
          <a:prstGeom prst="line">
            <a:avLst/>
          </a:prstGeom>
          <a:ln w="38100" cap="flat">
            <a:solidFill>
              <a:srgbClr val="000000"/>
            </a:solidFill>
            <a:prstDash val="solid"/>
            <a:headEnd type="none" w="sm" len="sm"/>
            <a:tailEnd type="none" w="sm" len="sm"/>
          </a:ln>
        </p:spPr>
      </p:sp>
      <p:grpSp>
        <p:nvGrpSpPr>
          <p:cNvPr id="59" name="Group 59"/>
          <p:cNvGrpSpPr/>
          <p:nvPr/>
        </p:nvGrpSpPr>
        <p:grpSpPr>
          <a:xfrm>
            <a:off x="8626152" y="5829019"/>
            <a:ext cx="2286404" cy="858196"/>
            <a:chOff x="0" y="0"/>
            <a:chExt cx="602180" cy="226027"/>
          </a:xfrm>
        </p:grpSpPr>
        <p:sp>
          <p:nvSpPr>
            <p:cNvPr id="60" name="Freeform 60"/>
            <p:cNvSpPr/>
            <p:nvPr/>
          </p:nvSpPr>
          <p:spPr>
            <a:xfrm>
              <a:off x="0" y="0"/>
              <a:ext cx="602180" cy="226027"/>
            </a:xfrm>
            <a:custGeom>
              <a:avLst/>
              <a:gdLst/>
              <a:ahLst/>
              <a:cxnLst/>
              <a:rect l="l" t="t" r="r" b="b"/>
              <a:pathLst>
                <a:path w="602180" h="226027">
                  <a:moveTo>
                    <a:pt x="0" y="0"/>
                  </a:moveTo>
                  <a:lnTo>
                    <a:pt x="602180" y="0"/>
                  </a:lnTo>
                  <a:lnTo>
                    <a:pt x="602180" y="226027"/>
                  </a:lnTo>
                  <a:lnTo>
                    <a:pt x="0" y="226027"/>
                  </a:lnTo>
                  <a:close/>
                </a:path>
              </a:pathLst>
            </a:custGeom>
            <a:solidFill>
              <a:srgbClr val="FFFFFF"/>
            </a:solidFill>
            <a:ln w="38100" cap="sq">
              <a:solidFill>
                <a:srgbClr val="000000"/>
              </a:solidFill>
              <a:prstDash val="solid"/>
              <a:miter/>
            </a:ln>
          </p:spPr>
        </p:sp>
        <p:sp>
          <p:nvSpPr>
            <p:cNvPr id="61" name="TextBox 61"/>
            <p:cNvSpPr txBox="1"/>
            <p:nvPr/>
          </p:nvSpPr>
          <p:spPr>
            <a:xfrm>
              <a:off x="0" y="-38100"/>
              <a:ext cx="602180" cy="264127"/>
            </a:xfrm>
            <a:prstGeom prst="rect">
              <a:avLst/>
            </a:prstGeom>
          </p:spPr>
          <p:txBody>
            <a:bodyPr lIns="50800" tIns="50800" rIns="50800" bIns="50800" rtlCol="0" anchor="ctr"/>
            <a:lstStyle/>
            <a:p>
              <a:pPr algn="ctr">
                <a:lnSpc>
                  <a:spcPts val="2659"/>
                </a:lnSpc>
                <a:spcBef>
                  <a:spcPct val="0"/>
                </a:spcBef>
              </a:pPr>
              <a:r>
                <a:rPr lang="en-US" sz="1899">
                  <a:solidFill>
                    <a:srgbClr val="000000"/>
                  </a:solidFill>
                  <a:latin typeface="Canva Sans"/>
                  <a:ea typeface="Canva Sans"/>
                  <a:cs typeface="Canva Sans"/>
                  <a:sym typeface="Canva Sans"/>
                </a:rPr>
                <a:t>view Coding Question</a:t>
              </a:r>
            </a:p>
          </p:txBody>
        </p:sp>
      </p:grpSp>
      <p:sp>
        <p:nvSpPr>
          <p:cNvPr id="62" name="AutoShape 62"/>
          <p:cNvSpPr/>
          <p:nvPr/>
        </p:nvSpPr>
        <p:spPr>
          <a:xfrm>
            <a:off x="10907838" y="6095159"/>
            <a:ext cx="346855" cy="0"/>
          </a:xfrm>
          <a:prstGeom prst="line">
            <a:avLst/>
          </a:prstGeom>
          <a:ln w="38100" cap="flat">
            <a:solidFill>
              <a:srgbClr val="000000"/>
            </a:solidFill>
            <a:prstDash val="solid"/>
            <a:headEnd type="none" w="sm" len="sm"/>
            <a:tailEnd type="none" w="sm" len="sm"/>
          </a:ln>
        </p:spPr>
      </p:sp>
      <p:sp>
        <p:nvSpPr>
          <p:cNvPr id="63" name="TextBox 63"/>
          <p:cNvSpPr txBox="1"/>
          <p:nvPr/>
        </p:nvSpPr>
        <p:spPr>
          <a:xfrm>
            <a:off x="4071033" y="9327060"/>
            <a:ext cx="10132128" cy="398721"/>
          </a:xfrm>
          <a:prstGeom prst="rect">
            <a:avLst/>
          </a:prstGeom>
        </p:spPr>
        <p:txBody>
          <a:bodyPr lIns="0" tIns="0" rIns="0" bIns="0" rtlCol="0" anchor="t">
            <a:spAutoFit/>
          </a:bodyPr>
          <a:lstStyle/>
          <a:p>
            <a:pPr algn="ctr">
              <a:lnSpc>
                <a:spcPts val="3223"/>
              </a:lnSpc>
              <a:spcBef>
                <a:spcPct val="0"/>
              </a:spcBef>
            </a:pPr>
            <a:r>
              <a:rPr lang="en-US" sz="2302" u="sng" dirty="0">
                <a:solidFill>
                  <a:srgbClr val="000000"/>
                </a:solidFill>
                <a:latin typeface="Poppins"/>
                <a:ea typeface="Poppins"/>
                <a:cs typeface="Poppins"/>
                <a:sym typeface="Poppins"/>
                <a:hlinkClick r:id="rId2" tooltip="https://trackplace.preview.emergentagent.com"/>
              </a:rPr>
              <a:t>https://trackplace.preview.emergentagent.com/</a:t>
            </a:r>
          </a:p>
        </p:txBody>
      </p:sp>
      <p:sp>
        <p:nvSpPr>
          <p:cNvPr id="64" name="Freeform 64"/>
          <p:cNvSpPr/>
          <p:nvPr/>
        </p:nvSpPr>
        <p:spPr>
          <a:xfrm>
            <a:off x="15412587" y="7414263"/>
            <a:ext cx="3075969" cy="3075969"/>
          </a:xfrm>
          <a:custGeom>
            <a:avLst/>
            <a:gdLst/>
            <a:ahLst/>
            <a:cxnLst/>
            <a:rect l="l" t="t" r="r" b="b"/>
            <a:pathLst>
              <a:path w="3075969" h="3075969">
                <a:moveTo>
                  <a:pt x="0" y="0"/>
                </a:moveTo>
                <a:lnTo>
                  <a:pt x="3075970" y="0"/>
                </a:lnTo>
                <a:lnTo>
                  <a:pt x="3075970" y="3075970"/>
                </a:lnTo>
                <a:lnTo>
                  <a:pt x="0" y="3075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5" name="Freeform 65"/>
          <p:cNvSpPr/>
          <p:nvPr/>
        </p:nvSpPr>
        <p:spPr>
          <a:xfrm rot="-10800000">
            <a:off x="-198113" y="-375135"/>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6" name="Freeform 66"/>
          <p:cNvSpPr/>
          <p:nvPr/>
        </p:nvSpPr>
        <p:spPr>
          <a:xfrm>
            <a:off x="15918901" y="7920577"/>
            <a:ext cx="2450523" cy="2450523"/>
          </a:xfrm>
          <a:custGeom>
            <a:avLst/>
            <a:gdLst/>
            <a:ahLst/>
            <a:cxnLst/>
            <a:rect l="l" t="t" r="r" b="b"/>
            <a:pathLst>
              <a:path w="2450523" h="2450523">
                <a:moveTo>
                  <a:pt x="0" y="0"/>
                </a:moveTo>
                <a:lnTo>
                  <a:pt x="2450523" y="0"/>
                </a:lnTo>
                <a:lnTo>
                  <a:pt x="2450523" y="2450523"/>
                </a:lnTo>
                <a:lnTo>
                  <a:pt x="0" y="24505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7" name="Freeform 67"/>
          <p:cNvSpPr/>
          <p:nvPr/>
        </p:nvSpPr>
        <p:spPr>
          <a:xfrm rot="-10800000">
            <a:off x="-69201" y="-246222"/>
            <a:ext cx="2651689" cy="2651689"/>
          </a:xfrm>
          <a:custGeom>
            <a:avLst/>
            <a:gdLst/>
            <a:ahLst/>
            <a:cxnLst/>
            <a:rect l="l" t="t" r="r" b="b"/>
            <a:pathLst>
              <a:path w="2651689" h="2651689">
                <a:moveTo>
                  <a:pt x="0" y="0"/>
                </a:moveTo>
                <a:lnTo>
                  <a:pt x="2651689" y="0"/>
                </a:lnTo>
                <a:lnTo>
                  <a:pt x="2651689" y="2651688"/>
                </a:lnTo>
                <a:lnTo>
                  <a:pt x="0" y="26516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8" name="Freeform 68"/>
          <p:cNvSpPr/>
          <p:nvPr/>
        </p:nvSpPr>
        <p:spPr>
          <a:xfrm rot="-2700000">
            <a:off x="16750015" y="5360938"/>
            <a:ext cx="3075969" cy="3075969"/>
          </a:xfrm>
          <a:custGeom>
            <a:avLst/>
            <a:gdLst/>
            <a:ahLst/>
            <a:cxnLst/>
            <a:rect l="l" t="t" r="r" b="b"/>
            <a:pathLst>
              <a:path w="3075969" h="3075969">
                <a:moveTo>
                  <a:pt x="0" y="0"/>
                </a:moveTo>
                <a:lnTo>
                  <a:pt x="3075970" y="0"/>
                </a:lnTo>
                <a:lnTo>
                  <a:pt x="3075970" y="3075969"/>
                </a:lnTo>
                <a:lnTo>
                  <a:pt x="0" y="30759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9" name="Freeform 69"/>
          <p:cNvSpPr/>
          <p:nvPr/>
        </p:nvSpPr>
        <p:spPr>
          <a:xfrm rot="8100000">
            <a:off x="-1664239" y="1924527"/>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0" name="Freeform 70"/>
          <p:cNvSpPr/>
          <p:nvPr/>
        </p:nvSpPr>
        <p:spPr>
          <a:xfrm>
            <a:off x="17440198" y="9460152"/>
            <a:ext cx="1658065" cy="1639977"/>
          </a:xfrm>
          <a:custGeom>
            <a:avLst/>
            <a:gdLst/>
            <a:ahLst/>
            <a:cxnLst/>
            <a:rect l="l" t="t" r="r" b="b"/>
            <a:pathLst>
              <a:path w="1658065" h="1639977">
                <a:moveTo>
                  <a:pt x="0" y="0"/>
                </a:moveTo>
                <a:lnTo>
                  <a:pt x="1658065" y="0"/>
                </a:lnTo>
                <a:lnTo>
                  <a:pt x="1658065" y="1639977"/>
                </a:lnTo>
                <a:lnTo>
                  <a:pt x="0" y="16399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1" name="Freeform 71"/>
          <p:cNvSpPr/>
          <p:nvPr/>
        </p:nvSpPr>
        <p:spPr>
          <a:xfrm rot="-10800000">
            <a:off x="-857871" y="-1035099"/>
            <a:ext cx="1794177" cy="1774605"/>
          </a:xfrm>
          <a:custGeom>
            <a:avLst/>
            <a:gdLst/>
            <a:ahLst/>
            <a:cxnLst/>
            <a:rect l="l" t="t" r="r" b="b"/>
            <a:pathLst>
              <a:path w="1794177" h="1774605">
                <a:moveTo>
                  <a:pt x="0" y="0"/>
                </a:moveTo>
                <a:lnTo>
                  <a:pt x="1794178" y="0"/>
                </a:lnTo>
                <a:lnTo>
                  <a:pt x="1794178" y="1774605"/>
                </a:lnTo>
                <a:lnTo>
                  <a:pt x="0" y="17746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2" name="Freeform 72"/>
          <p:cNvSpPr/>
          <p:nvPr/>
        </p:nvSpPr>
        <p:spPr>
          <a:xfrm>
            <a:off x="16757558" y="9002084"/>
            <a:ext cx="1180071" cy="143754"/>
          </a:xfrm>
          <a:custGeom>
            <a:avLst/>
            <a:gdLst/>
            <a:ahLst/>
            <a:cxnLst/>
            <a:rect l="l" t="t" r="r" b="b"/>
            <a:pathLst>
              <a:path w="1180071" h="143754">
                <a:moveTo>
                  <a:pt x="0" y="0"/>
                </a:moveTo>
                <a:lnTo>
                  <a:pt x="1180071" y="0"/>
                </a:lnTo>
                <a:lnTo>
                  <a:pt x="1180071" y="143754"/>
                </a:lnTo>
                <a:lnTo>
                  <a:pt x="0" y="14375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3" name="Freeform 73"/>
          <p:cNvSpPr/>
          <p:nvPr/>
        </p:nvSpPr>
        <p:spPr>
          <a:xfrm rot="-10800000">
            <a:off x="398041" y="1079622"/>
            <a:ext cx="1276944" cy="155555"/>
          </a:xfrm>
          <a:custGeom>
            <a:avLst/>
            <a:gdLst/>
            <a:ahLst/>
            <a:cxnLst/>
            <a:rect l="l" t="t" r="r" b="b"/>
            <a:pathLst>
              <a:path w="1276944" h="155555">
                <a:moveTo>
                  <a:pt x="0" y="0"/>
                </a:moveTo>
                <a:lnTo>
                  <a:pt x="1276944" y="0"/>
                </a:lnTo>
                <a:lnTo>
                  <a:pt x="1276944" y="155555"/>
                </a:lnTo>
                <a:lnTo>
                  <a:pt x="0" y="15555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4" name="Freeform 74"/>
          <p:cNvSpPr/>
          <p:nvPr/>
        </p:nvSpPr>
        <p:spPr>
          <a:xfrm>
            <a:off x="638447" y="9343447"/>
            <a:ext cx="1432702" cy="442835"/>
          </a:xfrm>
          <a:custGeom>
            <a:avLst/>
            <a:gdLst/>
            <a:ahLst/>
            <a:cxnLst/>
            <a:rect l="l" t="t" r="r" b="b"/>
            <a:pathLst>
              <a:path w="1432702" h="442835">
                <a:moveTo>
                  <a:pt x="0" y="0"/>
                </a:moveTo>
                <a:lnTo>
                  <a:pt x="1432701" y="0"/>
                </a:lnTo>
                <a:lnTo>
                  <a:pt x="1432701" y="442835"/>
                </a:lnTo>
                <a:lnTo>
                  <a:pt x="0" y="44283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75" name="Freeform 75"/>
          <p:cNvSpPr/>
          <p:nvPr/>
        </p:nvSpPr>
        <p:spPr>
          <a:xfrm flipH="1">
            <a:off x="16216852" y="500718"/>
            <a:ext cx="1432702" cy="442835"/>
          </a:xfrm>
          <a:custGeom>
            <a:avLst/>
            <a:gdLst/>
            <a:ahLst/>
            <a:cxnLst/>
            <a:rect l="l" t="t" r="r" b="b"/>
            <a:pathLst>
              <a:path w="1432702" h="442835">
                <a:moveTo>
                  <a:pt x="1432701" y="0"/>
                </a:moveTo>
                <a:lnTo>
                  <a:pt x="0" y="0"/>
                </a:lnTo>
                <a:lnTo>
                  <a:pt x="0" y="442835"/>
                </a:lnTo>
                <a:lnTo>
                  <a:pt x="1432701" y="442835"/>
                </a:lnTo>
                <a:lnTo>
                  <a:pt x="1432701"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76" name="Group 76"/>
          <p:cNvGrpSpPr/>
          <p:nvPr/>
        </p:nvGrpSpPr>
        <p:grpSpPr>
          <a:xfrm>
            <a:off x="6366890" y="1241246"/>
            <a:ext cx="5538711" cy="1030616"/>
            <a:chOff x="0" y="0"/>
            <a:chExt cx="1666785" cy="310147"/>
          </a:xfrm>
        </p:grpSpPr>
        <p:sp>
          <p:nvSpPr>
            <p:cNvPr id="77" name="Freeform 77"/>
            <p:cNvSpPr/>
            <p:nvPr/>
          </p:nvSpPr>
          <p:spPr>
            <a:xfrm>
              <a:off x="0" y="0"/>
              <a:ext cx="1666785" cy="310147"/>
            </a:xfrm>
            <a:custGeom>
              <a:avLst/>
              <a:gdLst/>
              <a:ahLst/>
              <a:cxnLst/>
              <a:rect l="l" t="t" r="r" b="b"/>
              <a:pathLst>
                <a:path w="1666785" h="310147">
                  <a:moveTo>
                    <a:pt x="0" y="0"/>
                  </a:moveTo>
                  <a:lnTo>
                    <a:pt x="1666785" y="0"/>
                  </a:lnTo>
                  <a:lnTo>
                    <a:pt x="1666785"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78" name="TextBox 78"/>
            <p:cNvSpPr txBox="1"/>
            <p:nvPr/>
          </p:nvSpPr>
          <p:spPr>
            <a:xfrm>
              <a:off x="0" y="-57150"/>
              <a:ext cx="1666785" cy="367297"/>
            </a:xfrm>
            <a:prstGeom prst="rect">
              <a:avLst/>
            </a:prstGeom>
          </p:spPr>
          <p:txBody>
            <a:bodyPr lIns="50800" tIns="50800" rIns="50800" bIns="50800" rtlCol="0" anchor="ctr"/>
            <a:lstStyle/>
            <a:p>
              <a:pPr algn="ctr">
                <a:lnSpc>
                  <a:spcPts val="3223"/>
                </a:lnSpc>
              </a:pPr>
              <a:endParaRPr/>
            </a:p>
          </p:txBody>
        </p:sp>
      </p:grpSp>
      <p:sp>
        <p:nvSpPr>
          <p:cNvPr id="79" name="TextBox 79"/>
          <p:cNvSpPr txBox="1"/>
          <p:nvPr/>
        </p:nvSpPr>
        <p:spPr>
          <a:xfrm>
            <a:off x="6511708" y="1305138"/>
            <a:ext cx="5126844" cy="863600"/>
          </a:xfrm>
          <a:prstGeom prst="rect">
            <a:avLst/>
          </a:prstGeom>
        </p:spPr>
        <p:txBody>
          <a:bodyPr wrap="square" lIns="0" tIns="0" rIns="0" bIns="0" rtlCol="0" anchor="t">
            <a:spAutoFit/>
          </a:bodyPr>
          <a:lstStyle/>
          <a:p>
            <a:pPr algn="ctr">
              <a:lnSpc>
                <a:spcPts val="7000"/>
              </a:lnSpc>
            </a:pPr>
            <a:r>
              <a:rPr lang="en-US" sz="5000" b="1" u="sng" dirty="0">
                <a:solidFill>
                  <a:srgbClr val="ECECEC"/>
                </a:solidFill>
                <a:latin typeface="Canva Sans Bold"/>
                <a:ea typeface="Canva Sans Bold"/>
                <a:cs typeface="Canva Sans Bold"/>
                <a:sym typeface="Canva Sans Bold"/>
              </a:rPr>
              <a:t>Company Panel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2" name="Freeform 2"/>
          <p:cNvSpPr/>
          <p:nvPr/>
        </p:nvSpPr>
        <p:spPr>
          <a:xfrm>
            <a:off x="15412587" y="7414263"/>
            <a:ext cx="3075969" cy="3075969"/>
          </a:xfrm>
          <a:custGeom>
            <a:avLst/>
            <a:gdLst/>
            <a:ahLst/>
            <a:cxnLst/>
            <a:rect l="l" t="t" r="r" b="b"/>
            <a:pathLst>
              <a:path w="3075969" h="3075969">
                <a:moveTo>
                  <a:pt x="0" y="0"/>
                </a:moveTo>
                <a:lnTo>
                  <a:pt x="3075970" y="0"/>
                </a:lnTo>
                <a:lnTo>
                  <a:pt x="3075970" y="3075970"/>
                </a:lnTo>
                <a:lnTo>
                  <a:pt x="0" y="30759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198113" y="-375135"/>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918901" y="7920577"/>
            <a:ext cx="2450523" cy="2450523"/>
          </a:xfrm>
          <a:custGeom>
            <a:avLst/>
            <a:gdLst/>
            <a:ahLst/>
            <a:cxnLst/>
            <a:rect l="l" t="t" r="r" b="b"/>
            <a:pathLst>
              <a:path w="2450523" h="2450523">
                <a:moveTo>
                  <a:pt x="0" y="0"/>
                </a:moveTo>
                <a:lnTo>
                  <a:pt x="2450523" y="0"/>
                </a:lnTo>
                <a:lnTo>
                  <a:pt x="2450523" y="2450523"/>
                </a:lnTo>
                <a:lnTo>
                  <a:pt x="0" y="24505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a:off x="-69201" y="-246222"/>
            <a:ext cx="2651689" cy="2651689"/>
          </a:xfrm>
          <a:custGeom>
            <a:avLst/>
            <a:gdLst/>
            <a:ahLst/>
            <a:cxnLst/>
            <a:rect l="l" t="t" r="r" b="b"/>
            <a:pathLst>
              <a:path w="2651689" h="2651689">
                <a:moveTo>
                  <a:pt x="0" y="0"/>
                </a:moveTo>
                <a:lnTo>
                  <a:pt x="2651689" y="0"/>
                </a:lnTo>
                <a:lnTo>
                  <a:pt x="2651689" y="2651688"/>
                </a:lnTo>
                <a:lnTo>
                  <a:pt x="0" y="26516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2700000">
            <a:off x="16750015" y="5360938"/>
            <a:ext cx="3075969" cy="3075969"/>
          </a:xfrm>
          <a:custGeom>
            <a:avLst/>
            <a:gdLst/>
            <a:ahLst/>
            <a:cxnLst/>
            <a:rect l="l" t="t" r="r" b="b"/>
            <a:pathLst>
              <a:path w="3075969" h="3075969">
                <a:moveTo>
                  <a:pt x="0" y="0"/>
                </a:moveTo>
                <a:lnTo>
                  <a:pt x="3075970" y="0"/>
                </a:lnTo>
                <a:lnTo>
                  <a:pt x="3075970" y="3075969"/>
                </a:lnTo>
                <a:lnTo>
                  <a:pt x="0" y="30759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8100000">
            <a:off x="-1664239" y="1924527"/>
            <a:ext cx="3328479" cy="3328479"/>
          </a:xfrm>
          <a:custGeom>
            <a:avLst/>
            <a:gdLst/>
            <a:ahLst/>
            <a:cxnLst/>
            <a:rect l="l" t="t" r="r" b="b"/>
            <a:pathLst>
              <a:path w="3328479" h="3328479">
                <a:moveTo>
                  <a:pt x="0" y="0"/>
                </a:moveTo>
                <a:lnTo>
                  <a:pt x="3328478" y="0"/>
                </a:lnTo>
                <a:lnTo>
                  <a:pt x="3328478" y="3328479"/>
                </a:lnTo>
                <a:lnTo>
                  <a:pt x="0" y="3328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7440198" y="9460152"/>
            <a:ext cx="1658065" cy="1639977"/>
          </a:xfrm>
          <a:custGeom>
            <a:avLst/>
            <a:gdLst/>
            <a:ahLst/>
            <a:cxnLst/>
            <a:rect l="l" t="t" r="r" b="b"/>
            <a:pathLst>
              <a:path w="1658065" h="1639977">
                <a:moveTo>
                  <a:pt x="0" y="0"/>
                </a:moveTo>
                <a:lnTo>
                  <a:pt x="1658065" y="0"/>
                </a:lnTo>
                <a:lnTo>
                  <a:pt x="1658065" y="1639977"/>
                </a:lnTo>
                <a:lnTo>
                  <a:pt x="0" y="16399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10800000">
            <a:off x="-857871" y="-1035099"/>
            <a:ext cx="1794177" cy="1774605"/>
          </a:xfrm>
          <a:custGeom>
            <a:avLst/>
            <a:gdLst/>
            <a:ahLst/>
            <a:cxnLst/>
            <a:rect l="l" t="t" r="r" b="b"/>
            <a:pathLst>
              <a:path w="1794177" h="1774605">
                <a:moveTo>
                  <a:pt x="0" y="0"/>
                </a:moveTo>
                <a:lnTo>
                  <a:pt x="1794178" y="0"/>
                </a:lnTo>
                <a:lnTo>
                  <a:pt x="1794178" y="1774605"/>
                </a:lnTo>
                <a:lnTo>
                  <a:pt x="0" y="17746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16757558" y="9002084"/>
            <a:ext cx="1180071" cy="143754"/>
          </a:xfrm>
          <a:custGeom>
            <a:avLst/>
            <a:gdLst/>
            <a:ahLst/>
            <a:cxnLst/>
            <a:rect l="l" t="t" r="r" b="b"/>
            <a:pathLst>
              <a:path w="1180071" h="143754">
                <a:moveTo>
                  <a:pt x="0" y="0"/>
                </a:moveTo>
                <a:lnTo>
                  <a:pt x="1180071" y="0"/>
                </a:lnTo>
                <a:lnTo>
                  <a:pt x="1180071" y="143754"/>
                </a:lnTo>
                <a:lnTo>
                  <a:pt x="0" y="14375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rot="-10800000">
            <a:off x="398041" y="1079622"/>
            <a:ext cx="1276944" cy="155555"/>
          </a:xfrm>
          <a:custGeom>
            <a:avLst/>
            <a:gdLst/>
            <a:ahLst/>
            <a:cxnLst/>
            <a:rect l="l" t="t" r="r" b="b"/>
            <a:pathLst>
              <a:path w="1276944" h="155555">
                <a:moveTo>
                  <a:pt x="0" y="0"/>
                </a:moveTo>
                <a:lnTo>
                  <a:pt x="1276944" y="0"/>
                </a:lnTo>
                <a:lnTo>
                  <a:pt x="1276944" y="155555"/>
                </a:lnTo>
                <a:lnTo>
                  <a:pt x="0" y="1555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638447" y="9343447"/>
            <a:ext cx="1432702" cy="442835"/>
          </a:xfrm>
          <a:custGeom>
            <a:avLst/>
            <a:gdLst/>
            <a:ahLst/>
            <a:cxnLst/>
            <a:rect l="l" t="t" r="r" b="b"/>
            <a:pathLst>
              <a:path w="1432702" h="442835">
                <a:moveTo>
                  <a:pt x="0" y="0"/>
                </a:moveTo>
                <a:lnTo>
                  <a:pt x="1432701" y="0"/>
                </a:lnTo>
                <a:lnTo>
                  <a:pt x="1432701" y="442835"/>
                </a:lnTo>
                <a:lnTo>
                  <a:pt x="0" y="4428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flipH="1">
            <a:off x="16216852" y="500718"/>
            <a:ext cx="1432702" cy="442835"/>
          </a:xfrm>
          <a:custGeom>
            <a:avLst/>
            <a:gdLst/>
            <a:ahLst/>
            <a:cxnLst/>
            <a:rect l="l" t="t" r="r" b="b"/>
            <a:pathLst>
              <a:path w="1432702" h="442835">
                <a:moveTo>
                  <a:pt x="1432701" y="0"/>
                </a:moveTo>
                <a:lnTo>
                  <a:pt x="0" y="0"/>
                </a:lnTo>
                <a:lnTo>
                  <a:pt x="0" y="442835"/>
                </a:lnTo>
                <a:lnTo>
                  <a:pt x="1432701" y="442835"/>
                </a:lnTo>
                <a:lnTo>
                  <a:pt x="1432701"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TextBox 14"/>
          <p:cNvSpPr txBox="1"/>
          <p:nvPr/>
        </p:nvSpPr>
        <p:spPr>
          <a:xfrm>
            <a:off x="4084840" y="3766911"/>
            <a:ext cx="10118321" cy="3599180"/>
          </a:xfrm>
          <a:prstGeom prst="rect">
            <a:avLst/>
          </a:prstGeom>
        </p:spPr>
        <p:txBody>
          <a:bodyPr lIns="0" tIns="0" rIns="0" bIns="0" rtlCol="0" anchor="t">
            <a:spAutoFit/>
          </a:bodyPr>
          <a:lstStyle/>
          <a:p>
            <a:pPr algn="just">
              <a:lnSpc>
                <a:spcPts val="3220"/>
              </a:lnSpc>
            </a:pPr>
            <a:r>
              <a:rPr lang="en-US" sz="2300">
                <a:solidFill>
                  <a:srgbClr val="000000"/>
                </a:solidFill>
                <a:latin typeface="Poppins"/>
                <a:ea typeface="Poppins"/>
                <a:cs typeface="Poppins"/>
                <a:sym typeface="Poppins"/>
              </a:rPr>
              <a:t>Place-O-Track is a smart and organized platform that helps students prepare for placements in a better way. It provides tools for practicing aptitude, coding, and reviewing interview questions, all in one place. The system also tracks every student’s progress so they can understand their strengths and improve where needed.</a:t>
            </a:r>
          </a:p>
          <a:p>
            <a:pPr algn="just">
              <a:lnSpc>
                <a:spcPts val="3220"/>
              </a:lnSpc>
            </a:pPr>
            <a:endParaRPr lang="en-US" sz="2300">
              <a:solidFill>
                <a:srgbClr val="000000"/>
              </a:solidFill>
              <a:latin typeface="Poppins"/>
              <a:ea typeface="Poppins"/>
              <a:cs typeface="Poppins"/>
              <a:sym typeface="Poppins"/>
            </a:endParaRPr>
          </a:p>
          <a:p>
            <a:pPr algn="just">
              <a:lnSpc>
                <a:spcPts val="3220"/>
              </a:lnSpc>
              <a:spcBef>
                <a:spcPct val="0"/>
              </a:spcBef>
            </a:pPr>
            <a:r>
              <a:rPr lang="en-US" sz="2300">
                <a:solidFill>
                  <a:srgbClr val="000000"/>
                </a:solidFill>
                <a:latin typeface="Poppins"/>
                <a:ea typeface="Poppins"/>
                <a:cs typeface="Poppins"/>
                <a:sym typeface="Poppins"/>
              </a:rPr>
              <a:t>Overall, Place-O-Track successfully solves the problem of unstructured placement preparation and gives students a clear, simple, and efficient path to get ready for their campus placements.</a:t>
            </a:r>
          </a:p>
        </p:txBody>
      </p:sp>
      <p:grpSp>
        <p:nvGrpSpPr>
          <p:cNvPr id="15" name="Group 15"/>
          <p:cNvGrpSpPr/>
          <p:nvPr/>
        </p:nvGrpSpPr>
        <p:grpSpPr>
          <a:xfrm>
            <a:off x="6366890" y="1241246"/>
            <a:ext cx="5538711" cy="1030616"/>
            <a:chOff x="0" y="0"/>
            <a:chExt cx="1666785" cy="310147"/>
          </a:xfrm>
        </p:grpSpPr>
        <p:sp>
          <p:nvSpPr>
            <p:cNvPr id="16" name="Freeform 16"/>
            <p:cNvSpPr/>
            <p:nvPr/>
          </p:nvSpPr>
          <p:spPr>
            <a:xfrm>
              <a:off x="0" y="0"/>
              <a:ext cx="1666785" cy="310147"/>
            </a:xfrm>
            <a:custGeom>
              <a:avLst/>
              <a:gdLst/>
              <a:ahLst/>
              <a:cxnLst/>
              <a:rect l="l" t="t" r="r" b="b"/>
              <a:pathLst>
                <a:path w="1666785" h="310147">
                  <a:moveTo>
                    <a:pt x="0" y="0"/>
                  </a:moveTo>
                  <a:lnTo>
                    <a:pt x="1666785" y="0"/>
                  </a:lnTo>
                  <a:lnTo>
                    <a:pt x="1666785" y="310147"/>
                  </a:lnTo>
                  <a:lnTo>
                    <a:pt x="0" y="310147"/>
                  </a:lnTo>
                  <a:close/>
                </a:path>
              </a:pathLst>
            </a:custGeom>
            <a:gradFill rotWithShape="1">
              <a:gsLst>
                <a:gs pos="0">
                  <a:srgbClr val="000000">
                    <a:alpha val="100000"/>
                  </a:srgbClr>
                </a:gs>
                <a:gs pos="100000">
                  <a:srgbClr val="555555">
                    <a:alpha val="100000"/>
                  </a:srgbClr>
                </a:gs>
              </a:gsLst>
              <a:path path="circle">
                <a:fillToRect r="100000" b="100000"/>
              </a:path>
              <a:tileRect l="-100000" t="-100000"/>
            </a:gradFill>
          </p:spPr>
        </p:sp>
        <p:sp>
          <p:nvSpPr>
            <p:cNvPr id="17" name="TextBox 17"/>
            <p:cNvSpPr txBox="1"/>
            <p:nvPr/>
          </p:nvSpPr>
          <p:spPr>
            <a:xfrm>
              <a:off x="0" y="-57150"/>
              <a:ext cx="1666785" cy="367297"/>
            </a:xfrm>
            <a:prstGeom prst="rect">
              <a:avLst/>
            </a:prstGeom>
          </p:spPr>
          <p:txBody>
            <a:bodyPr lIns="50800" tIns="50800" rIns="50800" bIns="50800" rtlCol="0" anchor="ctr"/>
            <a:lstStyle/>
            <a:p>
              <a:pPr algn="ctr">
                <a:lnSpc>
                  <a:spcPts val="3223"/>
                </a:lnSpc>
              </a:pPr>
              <a:endParaRPr/>
            </a:p>
          </p:txBody>
        </p:sp>
      </p:grpSp>
      <p:sp>
        <p:nvSpPr>
          <p:cNvPr id="18" name="TextBox 18"/>
          <p:cNvSpPr txBox="1"/>
          <p:nvPr/>
        </p:nvSpPr>
        <p:spPr>
          <a:xfrm>
            <a:off x="6560546" y="1281534"/>
            <a:ext cx="5151398" cy="816690"/>
          </a:xfrm>
          <a:prstGeom prst="rect">
            <a:avLst/>
          </a:prstGeom>
        </p:spPr>
        <p:txBody>
          <a:bodyPr lIns="0" tIns="0" rIns="0" bIns="0" rtlCol="0" anchor="t">
            <a:spAutoFit/>
          </a:bodyPr>
          <a:lstStyle/>
          <a:p>
            <a:pPr algn="ctr">
              <a:lnSpc>
                <a:spcPts val="6320"/>
              </a:lnSpc>
              <a:spcBef>
                <a:spcPct val="0"/>
              </a:spcBef>
            </a:pPr>
            <a:r>
              <a:rPr lang="en-US" sz="4514" b="1">
                <a:solidFill>
                  <a:srgbClr val="FFFFFF"/>
                </a:solidFill>
                <a:latin typeface="Poppins Bold"/>
                <a:ea typeface="Poppins Bold"/>
                <a:cs typeface="Poppins Bold"/>
                <a:sym typeface="Poppins Bold"/>
              </a:rPr>
              <a:t>CONCLUSION</a:t>
            </a:r>
          </a:p>
        </p:txBody>
      </p:sp>
      <p:sp>
        <p:nvSpPr>
          <p:cNvPr id="19" name="AutoShape 19"/>
          <p:cNvSpPr/>
          <p:nvPr/>
        </p:nvSpPr>
        <p:spPr>
          <a:xfrm>
            <a:off x="7891929" y="2865355"/>
            <a:ext cx="2504141" cy="0"/>
          </a:xfrm>
          <a:prstGeom prst="line">
            <a:avLst/>
          </a:prstGeom>
          <a:ln w="114300" cap="rnd">
            <a:solidFill>
              <a:srgbClr val="000000"/>
            </a:solidFill>
            <a:prstDash val="sysDot"/>
            <a:headEnd type="none" w="sm" len="sm"/>
            <a:tailEnd type="none" w="sm" len="sm"/>
          </a:ln>
        </p:spPr>
      </p:sp>
      <p:sp>
        <p:nvSpPr>
          <p:cNvPr id="20" name="AutoShape 20"/>
          <p:cNvSpPr/>
          <p:nvPr/>
        </p:nvSpPr>
        <p:spPr>
          <a:xfrm>
            <a:off x="7884175" y="8323822"/>
            <a:ext cx="2504141" cy="0"/>
          </a:xfrm>
          <a:prstGeom prst="line">
            <a:avLst/>
          </a:prstGeom>
          <a:ln w="114300" cap="rnd">
            <a:solidFill>
              <a:srgbClr val="000000"/>
            </a:solidFill>
            <a:prstDash val="sysDot"/>
            <a:headEnd type="none" w="sm" len="sm"/>
            <a:tailEnd type="none" w="sm" len="sm"/>
          </a:ln>
        </p:spPr>
      </p:sp>
      <p:sp>
        <p:nvSpPr>
          <p:cNvPr id="21" name="TextBox 21"/>
          <p:cNvSpPr txBox="1"/>
          <p:nvPr/>
        </p:nvSpPr>
        <p:spPr>
          <a:xfrm>
            <a:off x="4071033" y="9327060"/>
            <a:ext cx="10132128" cy="398721"/>
          </a:xfrm>
          <a:prstGeom prst="rect">
            <a:avLst/>
          </a:prstGeom>
        </p:spPr>
        <p:txBody>
          <a:bodyPr lIns="0" tIns="0" rIns="0" bIns="0" rtlCol="0" anchor="t">
            <a:spAutoFit/>
          </a:bodyPr>
          <a:lstStyle/>
          <a:p>
            <a:pPr algn="ctr">
              <a:lnSpc>
                <a:spcPts val="3223"/>
              </a:lnSpc>
              <a:spcBef>
                <a:spcPct val="0"/>
              </a:spcBef>
            </a:pPr>
            <a:r>
              <a:rPr lang="en-US" sz="2302" u="sng">
                <a:solidFill>
                  <a:srgbClr val="000000"/>
                </a:solidFill>
                <a:latin typeface="Poppins"/>
                <a:ea typeface="Poppins"/>
                <a:cs typeface="Poppins"/>
                <a:sym typeface="Poppins"/>
                <a:hlinkClick r:id="rId12" tooltip="https://trackplace.preview.emergentagent.com"/>
              </a:rPr>
              <a:t>https://trackplace.preview.emergentagent.com/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2" name="Freeform 2"/>
          <p:cNvSpPr/>
          <p:nvPr/>
        </p:nvSpPr>
        <p:spPr>
          <a:xfrm>
            <a:off x="13497684" y="5496684"/>
            <a:ext cx="4983320" cy="4983320"/>
          </a:xfrm>
          <a:custGeom>
            <a:avLst/>
            <a:gdLst/>
            <a:ahLst/>
            <a:cxnLst/>
            <a:rect l="l" t="t" r="r" b="b"/>
            <a:pathLst>
              <a:path w="4983320" h="4983320">
                <a:moveTo>
                  <a:pt x="0" y="0"/>
                </a:moveTo>
                <a:lnTo>
                  <a:pt x="4983321" y="0"/>
                </a:lnTo>
                <a:lnTo>
                  <a:pt x="4983321" y="4983321"/>
                </a:lnTo>
                <a:lnTo>
                  <a:pt x="0" y="49833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212305" y="-193005"/>
            <a:ext cx="4983320" cy="4983320"/>
          </a:xfrm>
          <a:custGeom>
            <a:avLst/>
            <a:gdLst/>
            <a:ahLst/>
            <a:cxnLst/>
            <a:rect l="l" t="t" r="r" b="b"/>
            <a:pathLst>
              <a:path w="4983320" h="4983320">
                <a:moveTo>
                  <a:pt x="0" y="0"/>
                </a:moveTo>
                <a:lnTo>
                  <a:pt x="4983320" y="0"/>
                </a:lnTo>
                <a:lnTo>
                  <a:pt x="4983320" y="4983321"/>
                </a:lnTo>
                <a:lnTo>
                  <a:pt x="0" y="49833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317953" y="6316953"/>
            <a:ext cx="3970047" cy="3970047"/>
          </a:xfrm>
          <a:custGeom>
            <a:avLst/>
            <a:gdLst/>
            <a:ahLst/>
            <a:cxnLst/>
            <a:rect l="l" t="t" r="r" b="b"/>
            <a:pathLst>
              <a:path w="3970047" h="3970047">
                <a:moveTo>
                  <a:pt x="0" y="0"/>
                </a:moveTo>
                <a:lnTo>
                  <a:pt x="3970047" y="0"/>
                </a:lnTo>
                <a:lnTo>
                  <a:pt x="3970047" y="3970047"/>
                </a:lnTo>
                <a:lnTo>
                  <a:pt x="0" y="39700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2700000">
            <a:off x="15796340" y="2286577"/>
            <a:ext cx="4983320" cy="4983320"/>
          </a:xfrm>
          <a:custGeom>
            <a:avLst/>
            <a:gdLst/>
            <a:ahLst/>
            <a:cxnLst/>
            <a:rect l="l" t="t" r="r" b="b"/>
            <a:pathLst>
              <a:path w="4983320" h="4983320">
                <a:moveTo>
                  <a:pt x="0" y="0"/>
                </a:moveTo>
                <a:lnTo>
                  <a:pt x="4983320" y="0"/>
                </a:lnTo>
                <a:lnTo>
                  <a:pt x="4983320" y="4983320"/>
                </a:lnTo>
                <a:lnTo>
                  <a:pt x="0" y="4983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0" y="0"/>
            <a:ext cx="3970047" cy="3970047"/>
          </a:xfrm>
          <a:custGeom>
            <a:avLst/>
            <a:gdLst/>
            <a:ahLst/>
            <a:cxnLst/>
            <a:rect l="l" t="t" r="r" b="b"/>
            <a:pathLst>
              <a:path w="3970047" h="3970047">
                <a:moveTo>
                  <a:pt x="0" y="0"/>
                </a:moveTo>
                <a:lnTo>
                  <a:pt x="3970047" y="0"/>
                </a:lnTo>
                <a:lnTo>
                  <a:pt x="3970047" y="3970047"/>
                </a:lnTo>
                <a:lnTo>
                  <a:pt x="0" y="39700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2700000" flipH="1" flipV="1">
            <a:off x="-2491660" y="2930197"/>
            <a:ext cx="4983320" cy="4983320"/>
          </a:xfrm>
          <a:custGeom>
            <a:avLst/>
            <a:gdLst/>
            <a:ahLst/>
            <a:cxnLst/>
            <a:rect l="l" t="t" r="r" b="b"/>
            <a:pathLst>
              <a:path w="4983320" h="4983320">
                <a:moveTo>
                  <a:pt x="4983320" y="4983320"/>
                </a:moveTo>
                <a:lnTo>
                  <a:pt x="0" y="4983320"/>
                </a:lnTo>
                <a:lnTo>
                  <a:pt x="0" y="0"/>
                </a:lnTo>
                <a:lnTo>
                  <a:pt x="4983320" y="0"/>
                </a:lnTo>
                <a:lnTo>
                  <a:pt x="4983320" y="498332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343100" y="-1328448"/>
            <a:ext cx="2686201" cy="2656897"/>
          </a:xfrm>
          <a:custGeom>
            <a:avLst/>
            <a:gdLst/>
            <a:ahLst/>
            <a:cxnLst/>
            <a:rect l="l" t="t" r="r" b="b"/>
            <a:pathLst>
              <a:path w="2686201" h="2656897">
                <a:moveTo>
                  <a:pt x="0" y="0"/>
                </a:moveTo>
                <a:lnTo>
                  <a:pt x="2686200" y="0"/>
                </a:lnTo>
                <a:lnTo>
                  <a:pt x="2686200" y="2656896"/>
                </a:lnTo>
                <a:lnTo>
                  <a:pt x="0" y="26568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16944900" y="8958552"/>
            <a:ext cx="2686201" cy="2656897"/>
          </a:xfrm>
          <a:custGeom>
            <a:avLst/>
            <a:gdLst/>
            <a:ahLst/>
            <a:cxnLst/>
            <a:rect l="l" t="t" r="r" b="b"/>
            <a:pathLst>
              <a:path w="2686201" h="2656897">
                <a:moveTo>
                  <a:pt x="0" y="0"/>
                </a:moveTo>
                <a:lnTo>
                  <a:pt x="2686200" y="0"/>
                </a:lnTo>
                <a:lnTo>
                  <a:pt x="2686200" y="2656896"/>
                </a:lnTo>
                <a:lnTo>
                  <a:pt x="0" y="26568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834599" y="1985023"/>
            <a:ext cx="1911810" cy="232893"/>
          </a:xfrm>
          <a:custGeom>
            <a:avLst/>
            <a:gdLst/>
            <a:ahLst/>
            <a:cxnLst/>
            <a:rect l="l" t="t" r="r" b="b"/>
            <a:pathLst>
              <a:path w="1911810" h="232893">
                <a:moveTo>
                  <a:pt x="0" y="0"/>
                </a:moveTo>
                <a:lnTo>
                  <a:pt x="1911811" y="0"/>
                </a:lnTo>
                <a:lnTo>
                  <a:pt x="1911811" y="232894"/>
                </a:lnTo>
                <a:lnTo>
                  <a:pt x="0" y="232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a:off x="15676646" y="8069083"/>
            <a:ext cx="1911810" cy="232893"/>
          </a:xfrm>
          <a:custGeom>
            <a:avLst/>
            <a:gdLst/>
            <a:ahLst/>
            <a:cxnLst/>
            <a:rect l="l" t="t" r="r" b="b"/>
            <a:pathLst>
              <a:path w="1911810" h="232893">
                <a:moveTo>
                  <a:pt x="0" y="0"/>
                </a:moveTo>
                <a:lnTo>
                  <a:pt x="1911811" y="0"/>
                </a:lnTo>
                <a:lnTo>
                  <a:pt x="1911811" y="232894"/>
                </a:lnTo>
                <a:lnTo>
                  <a:pt x="0" y="232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1028700" y="8792994"/>
            <a:ext cx="3010803" cy="930612"/>
          </a:xfrm>
          <a:custGeom>
            <a:avLst/>
            <a:gdLst/>
            <a:ahLst/>
            <a:cxnLst/>
            <a:rect l="l" t="t" r="r" b="b"/>
            <a:pathLst>
              <a:path w="3010803" h="930612">
                <a:moveTo>
                  <a:pt x="0" y="0"/>
                </a:moveTo>
                <a:lnTo>
                  <a:pt x="3010803" y="0"/>
                </a:lnTo>
                <a:lnTo>
                  <a:pt x="3010803" y="930612"/>
                </a:lnTo>
                <a:lnTo>
                  <a:pt x="0" y="93061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flipH="1">
            <a:off x="14248497" y="563394"/>
            <a:ext cx="3010803" cy="930612"/>
          </a:xfrm>
          <a:custGeom>
            <a:avLst/>
            <a:gdLst/>
            <a:ahLst/>
            <a:cxnLst/>
            <a:rect l="l" t="t" r="r" b="b"/>
            <a:pathLst>
              <a:path w="3010803" h="930612">
                <a:moveTo>
                  <a:pt x="3010803" y="0"/>
                </a:moveTo>
                <a:lnTo>
                  <a:pt x="0" y="0"/>
                </a:lnTo>
                <a:lnTo>
                  <a:pt x="0" y="930612"/>
                </a:lnTo>
                <a:lnTo>
                  <a:pt x="3010803" y="930612"/>
                </a:lnTo>
                <a:lnTo>
                  <a:pt x="3010803"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TextBox 14"/>
          <p:cNvSpPr txBox="1"/>
          <p:nvPr/>
        </p:nvSpPr>
        <p:spPr>
          <a:xfrm>
            <a:off x="3671722" y="3693822"/>
            <a:ext cx="10944556" cy="1728035"/>
          </a:xfrm>
          <a:prstGeom prst="rect">
            <a:avLst/>
          </a:prstGeom>
        </p:spPr>
        <p:txBody>
          <a:bodyPr lIns="0" tIns="0" rIns="0" bIns="0" rtlCol="0" anchor="t">
            <a:spAutoFit/>
          </a:bodyPr>
          <a:lstStyle/>
          <a:p>
            <a:pPr algn="ctr">
              <a:lnSpc>
                <a:spcPts val="13427"/>
              </a:lnSpc>
              <a:spcBef>
                <a:spcPct val="0"/>
              </a:spcBef>
            </a:pPr>
            <a:r>
              <a:rPr lang="en-US" sz="9591" b="1">
                <a:solidFill>
                  <a:srgbClr val="000000"/>
                </a:solidFill>
                <a:latin typeface="Poppins Bold"/>
                <a:ea typeface="Poppins Bold"/>
                <a:cs typeface="Poppins Bold"/>
                <a:sym typeface="Poppins Bold"/>
              </a:rPr>
              <a:t>THANK YOU</a:t>
            </a:r>
          </a:p>
        </p:txBody>
      </p:sp>
      <p:sp>
        <p:nvSpPr>
          <p:cNvPr id="15" name="TextBox 15"/>
          <p:cNvSpPr txBox="1"/>
          <p:nvPr/>
        </p:nvSpPr>
        <p:spPr>
          <a:xfrm>
            <a:off x="4368201" y="5317082"/>
            <a:ext cx="9551598" cy="674023"/>
          </a:xfrm>
          <a:prstGeom prst="rect">
            <a:avLst/>
          </a:prstGeom>
        </p:spPr>
        <p:txBody>
          <a:bodyPr lIns="0" tIns="0" rIns="0" bIns="0" rtlCol="0" anchor="t">
            <a:spAutoFit/>
          </a:bodyPr>
          <a:lstStyle/>
          <a:p>
            <a:pPr algn="ctr">
              <a:lnSpc>
                <a:spcPts val="5230"/>
              </a:lnSpc>
              <a:spcBef>
                <a:spcPct val="0"/>
              </a:spcBef>
            </a:pPr>
            <a:r>
              <a:rPr lang="en-US" sz="3736">
                <a:solidFill>
                  <a:srgbClr val="000000"/>
                </a:solidFill>
                <a:latin typeface="Poppins"/>
                <a:ea typeface="Poppins"/>
                <a:cs typeface="Poppins"/>
                <a:sym typeface="Poppins"/>
              </a:rPr>
              <a:t>Presented by Priyanshu garg (12200768)</a:t>
            </a:r>
          </a:p>
        </p:txBody>
      </p:sp>
      <p:sp>
        <p:nvSpPr>
          <p:cNvPr id="16" name="TextBox 16"/>
          <p:cNvSpPr txBox="1"/>
          <p:nvPr/>
        </p:nvSpPr>
        <p:spPr>
          <a:xfrm>
            <a:off x="4071033" y="9327060"/>
            <a:ext cx="10132128" cy="398721"/>
          </a:xfrm>
          <a:prstGeom prst="rect">
            <a:avLst/>
          </a:prstGeom>
        </p:spPr>
        <p:txBody>
          <a:bodyPr lIns="0" tIns="0" rIns="0" bIns="0" rtlCol="0" anchor="t">
            <a:spAutoFit/>
          </a:bodyPr>
          <a:lstStyle/>
          <a:p>
            <a:pPr algn="ctr">
              <a:lnSpc>
                <a:spcPts val="3223"/>
              </a:lnSpc>
              <a:spcBef>
                <a:spcPct val="0"/>
              </a:spcBef>
            </a:pPr>
            <a:r>
              <a:rPr lang="en-US" sz="2302" u="sng">
                <a:solidFill>
                  <a:srgbClr val="000000"/>
                </a:solidFill>
                <a:latin typeface="Poppins"/>
                <a:ea typeface="Poppins"/>
                <a:cs typeface="Poppins"/>
                <a:sym typeface="Poppins"/>
                <a:hlinkClick r:id="rId12" tooltip="https://trackplace.preview.emergentagent.com"/>
              </a:rPr>
              <a:t>https://trackplace.preview.emergentagent.com/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772</Words>
  <Application>Microsoft Office PowerPoint</Application>
  <PresentationFormat>Custom</PresentationFormat>
  <Paragraphs>163</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Poppins</vt:lpstr>
      <vt:lpstr>Canva Sans Bold</vt:lpstr>
      <vt:lpstr>Canva Sans</vt:lpstr>
      <vt:lpstr>Calibri</vt:lpstr>
      <vt:lpstr>Arial</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Admin Panel</dc:title>
  <cp:lastModifiedBy>Priyanshu Garg</cp:lastModifiedBy>
  <cp:revision>2</cp:revision>
  <dcterms:created xsi:type="dcterms:W3CDTF">2006-08-16T00:00:00Z</dcterms:created>
  <dcterms:modified xsi:type="dcterms:W3CDTF">2025-12-01T09:34:40Z</dcterms:modified>
  <dc:identifier>DAG6Mu_DmDM</dc:identifier>
</cp:coreProperties>
</file>